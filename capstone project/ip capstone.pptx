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0" r:id="rId2"/>
    <p:sldId id="277" r:id="rId3"/>
    <p:sldId id="259" r:id="rId4"/>
    <p:sldId id="257" r:id="rId5"/>
    <p:sldId id="283" r:id="rId6"/>
    <p:sldId id="279" r:id="rId7"/>
    <p:sldId id="260" r:id="rId8"/>
    <p:sldId id="271" r:id="rId9"/>
    <p:sldId id="288" r:id="rId10"/>
    <p:sldId id="290" r:id="rId11"/>
    <p:sldId id="278" r:id="rId12"/>
    <p:sldId id="282" r:id="rId13"/>
    <p:sldId id="291" r:id="rId14"/>
    <p:sldId id="293" r:id="rId15"/>
    <p:sldId id="292" r:id="rId16"/>
    <p:sldId id="296" r:id="rId17"/>
    <p:sldId id="275" r:id="rId18"/>
    <p:sldId id="297" r:id="rId19"/>
    <p:sldId id="298" r:id="rId20"/>
    <p:sldId id="299" r:id="rId21"/>
    <p:sldId id="286" r:id="rId22"/>
    <p:sldId id="287" r:id="rId23"/>
    <p:sldId id="264" r:id="rId24"/>
    <p:sldId id="284" r:id="rId25"/>
    <p:sldId id="285" r:id="rId26"/>
    <p:sldId id="26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B9CA"/>
    <a:srgbClr val="ACB9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roomsbooked.com/hotels/ed0736d6-4bcf-4194-916e-4e00a3fcf3ef?start=29%2F11%2F2025&amp;end=30%2F11%2F2025" TargetMode="External"/><Relationship Id="rId1" Type="http://schemas.openxmlformats.org/officeDocument/2006/relationships/image" Target="../media/image2.jpg"/><Relationship Id="rId6" Type="http://schemas.openxmlformats.org/officeDocument/2006/relationships/hyperlink" Target="https://iristina.blogspot.com/2011/12/newton-iowa-holiday-inn-express.html" TargetMode="External"/><Relationship Id="rId5" Type="http://schemas.openxmlformats.org/officeDocument/2006/relationships/image" Target="../media/image4.JPG"/><Relationship Id="rId4" Type="http://schemas.openxmlformats.org/officeDocument/2006/relationships/hyperlink" Target="https://iristina.blogspot.com/2011/10/midland-michigan-holiday-inn.html" TargetMode="Externa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commons.wikimedia.org/wiki/Category:Beds_in_Finland" TargetMode="External"/><Relationship Id="rId1" Type="http://schemas.openxmlformats.org/officeDocument/2006/relationships/image" Target="../media/image5.jpg"/><Relationship Id="rId6" Type="http://schemas.openxmlformats.org/officeDocument/2006/relationships/hyperlink" Target="https://www.indiamart.com/proddetail/hotel-booking-sightseeing-transfers-services-20987080448.html" TargetMode="External"/><Relationship Id="rId5" Type="http://schemas.openxmlformats.org/officeDocument/2006/relationships/image" Target="../media/image7.jpg"/><Relationship Id="rId4" Type="http://schemas.openxmlformats.org/officeDocument/2006/relationships/hyperlink" Target="https://www.flickr.com/photos/mal-gallery/25497325908/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roomsbooked.com/hotels/ed0736d6-4bcf-4194-916e-4e00a3fcf3ef?start=29%2F11%2F2025&amp;end=30%2F11%2F2025" TargetMode="External"/><Relationship Id="rId1" Type="http://schemas.openxmlformats.org/officeDocument/2006/relationships/image" Target="../media/image2.jpg"/><Relationship Id="rId6" Type="http://schemas.openxmlformats.org/officeDocument/2006/relationships/hyperlink" Target="https://iristina.blogspot.com/2011/12/newton-iowa-holiday-inn-express.html" TargetMode="External"/><Relationship Id="rId5" Type="http://schemas.openxmlformats.org/officeDocument/2006/relationships/image" Target="../media/image4.JPG"/><Relationship Id="rId4" Type="http://schemas.openxmlformats.org/officeDocument/2006/relationships/hyperlink" Target="https://iristina.blogspot.com/2011/10/midland-michigan-holiday-inn.html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commons.wikimedia.org/wiki/Category:Beds_in_Finland" TargetMode="External"/><Relationship Id="rId1" Type="http://schemas.openxmlformats.org/officeDocument/2006/relationships/image" Target="../media/image5.jpg"/><Relationship Id="rId6" Type="http://schemas.openxmlformats.org/officeDocument/2006/relationships/hyperlink" Target="https://www.indiamart.com/proddetail/hotel-booking-sightseeing-transfers-services-20987080448.html" TargetMode="External"/><Relationship Id="rId5" Type="http://schemas.openxmlformats.org/officeDocument/2006/relationships/image" Target="../media/image7.jpg"/><Relationship Id="rId4" Type="http://schemas.openxmlformats.org/officeDocument/2006/relationships/hyperlink" Target="https://www.flickr.com/photos/mal-gallery/25497325908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EB1158-826E-4D4C-9D3A-D42667A0738A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4234B8A-FB32-409D-B727-8D117E477D1A}">
      <dgm:prSet phldrT="[Text]" custT="1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IN" sz="20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721C9B-6D88-482E-8F97-21F7D26F3312}" type="parTrans" cxnId="{4F112FE3-A28D-485D-889E-7AD4C7D7F3B1}">
      <dgm:prSet/>
      <dgm:spPr/>
      <dgm:t>
        <a:bodyPr/>
        <a:lstStyle/>
        <a:p>
          <a:endParaRPr lang="en-IN"/>
        </a:p>
      </dgm:t>
    </dgm:pt>
    <dgm:pt modelId="{9DD27D22-D5F9-44BA-862B-F2E71F856E05}" type="sibTrans" cxnId="{4F112FE3-A28D-485D-889E-7AD4C7D7F3B1}">
      <dgm:prSet/>
      <dgm:spPr/>
      <dgm:t>
        <a:bodyPr/>
        <a:lstStyle/>
        <a:p>
          <a:endParaRPr lang="en-IN"/>
        </a:p>
      </dgm:t>
    </dgm:pt>
    <dgm:pt modelId="{6D6ADD7F-0E24-4941-BD28-C8197D90203E}">
      <dgm:prSet phldrT="[Text]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IN" dirty="0"/>
        </a:p>
      </dgm:t>
    </dgm:pt>
    <dgm:pt modelId="{2709AA97-B25A-49A2-AE88-618140D09BE0}" type="parTrans" cxnId="{1C844DD8-2648-420F-9B3B-E776BDDA0454}">
      <dgm:prSet/>
      <dgm:spPr/>
      <dgm:t>
        <a:bodyPr/>
        <a:lstStyle/>
        <a:p>
          <a:endParaRPr lang="en-IN"/>
        </a:p>
      </dgm:t>
    </dgm:pt>
    <dgm:pt modelId="{DD40CBD3-D5DD-4C19-B355-1236F7BA24F1}" type="sibTrans" cxnId="{1C844DD8-2648-420F-9B3B-E776BDDA0454}">
      <dgm:prSet/>
      <dgm:spPr/>
      <dgm:t>
        <a:bodyPr/>
        <a:lstStyle/>
        <a:p>
          <a:endParaRPr lang="en-IN"/>
        </a:p>
      </dgm:t>
    </dgm:pt>
    <dgm:pt modelId="{B49033DF-B38A-471F-BC03-0F4E841BE22E}">
      <dgm:prSet phldrT="[Text]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IN" dirty="0"/>
        </a:p>
      </dgm:t>
    </dgm:pt>
    <dgm:pt modelId="{78C6FBCF-7D4E-4FD8-ACC8-DC0AA019621F}" type="parTrans" cxnId="{87665454-BDD3-4263-816C-70C752C23411}">
      <dgm:prSet/>
      <dgm:spPr/>
      <dgm:t>
        <a:bodyPr/>
        <a:lstStyle/>
        <a:p>
          <a:endParaRPr lang="en-IN"/>
        </a:p>
      </dgm:t>
    </dgm:pt>
    <dgm:pt modelId="{06162DAD-5EA9-4B87-8822-A8D9F83CC58C}" type="sibTrans" cxnId="{87665454-BDD3-4263-816C-70C752C23411}">
      <dgm:prSet/>
      <dgm:spPr/>
      <dgm:t>
        <a:bodyPr/>
        <a:lstStyle/>
        <a:p>
          <a:endParaRPr lang="en-IN"/>
        </a:p>
      </dgm:t>
    </dgm:pt>
    <dgm:pt modelId="{F6D46C97-217E-4E83-95BF-BC6FD58D9A88}" type="pres">
      <dgm:prSet presAssocID="{A8EB1158-826E-4D4C-9D3A-D42667A0738A}" presName="linear" presStyleCnt="0">
        <dgm:presLayoutVars>
          <dgm:dir/>
          <dgm:resizeHandles val="exact"/>
        </dgm:presLayoutVars>
      </dgm:prSet>
      <dgm:spPr/>
    </dgm:pt>
    <dgm:pt modelId="{1EF60928-36E2-4F4E-963D-EA6512F0A3F7}" type="pres">
      <dgm:prSet presAssocID="{24234B8A-FB32-409D-B727-8D117E477D1A}" presName="comp" presStyleCnt="0"/>
      <dgm:spPr/>
    </dgm:pt>
    <dgm:pt modelId="{B2BC8B0C-71E2-4CB1-B11D-90FDD52C6E60}" type="pres">
      <dgm:prSet presAssocID="{24234B8A-FB32-409D-B727-8D117E477D1A}" presName="box" presStyleLbl="node1" presStyleIdx="0" presStyleCnt="3" custLinFactNeighborX="-878"/>
      <dgm:spPr/>
    </dgm:pt>
    <dgm:pt modelId="{F277230A-830C-4266-A129-3380E9182DD4}" type="pres">
      <dgm:prSet presAssocID="{24234B8A-FB32-409D-B727-8D117E477D1A}" presName="img" presStyleLbl="fgImgPlace1" presStyleIdx="0" presStyleCnt="3" custScaleX="76422" custLinFactNeighborX="-11913" custLinFactNeighborY="232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t="-12000" b="-12000"/>
          </a:stretch>
        </a:blipFill>
      </dgm:spPr>
    </dgm:pt>
    <dgm:pt modelId="{757993C0-E23F-4B88-AB28-F4FC01D7C5DB}" type="pres">
      <dgm:prSet presAssocID="{24234B8A-FB32-409D-B727-8D117E477D1A}" presName="text" presStyleLbl="node1" presStyleIdx="0" presStyleCnt="3">
        <dgm:presLayoutVars>
          <dgm:bulletEnabled val="1"/>
        </dgm:presLayoutVars>
      </dgm:prSet>
      <dgm:spPr/>
    </dgm:pt>
    <dgm:pt modelId="{EF5BA59C-933B-4B7B-808F-60B634B5C22F}" type="pres">
      <dgm:prSet presAssocID="{9DD27D22-D5F9-44BA-862B-F2E71F856E05}" presName="spacer" presStyleCnt="0"/>
      <dgm:spPr/>
    </dgm:pt>
    <dgm:pt modelId="{6DF3DDC3-2732-4DEB-B61F-920292DA8D09}" type="pres">
      <dgm:prSet presAssocID="{6D6ADD7F-0E24-4941-BD28-C8197D90203E}" presName="comp" presStyleCnt="0"/>
      <dgm:spPr/>
    </dgm:pt>
    <dgm:pt modelId="{5605567C-B595-46A2-813C-94C17BC11169}" type="pres">
      <dgm:prSet presAssocID="{6D6ADD7F-0E24-4941-BD28-C8197D90203E}" presName="box" presStyleLbl="node1" presStyleIdx="1" presStyleCnt="3" custScaleY="116188" custLinFactNeighborX="-1254"/>
      <dgm:spPr/>
    </dgm:pt>
    <dgm:pt modelId="{BF22E7F1-E3A8-443A-9039-E6355895D8D4}" type="pres">
      <dgm:prSet presAssocID="{6D6ADD7F-0E24-4941-BD28-C8197D90203E}" presName="img" presStyleLbl="fgImgPlace1" presStyleIdx="1" presStyleCnt="3" custScaleX="71406" custLinFactNeighborX="-14421" custLinFactNeighborY="24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5000" b="-15000"/>
          </a:stretch>
        </a:blipFill>
      </dgm:spPr>
    </dgm:pt>
    <dgm:pt modelId="{21374B77-C54D-4C0F-9A69-6CADF9D9848C}" type="pres">
      <dgm:prSet presAssocID="{6D6ADD7F-0E24-4941-BD28-C8197D90203E}" presName="text" presStyleLbl="node1" presStyleIdx="1" presStyleCnt="3">
        <dgm:presLayoutVars>
          <dgm:bulletEnabled val="1"/>
        </dgm:presLayoutVars>
      </dgm:prSet>
      <dgm:spPr/>
    </dgm:pt>
    <dgm:pt modelId="{213398F2-1FB2-45BB-9A99-308DC1DA3B62}" type="pres">
      <dgm:prSet presAssocID="{DD40CBD3-D5DD-4C19-B355-1236F7BA24F1}" presName="spacer" presStyleCnt="0"/>
      <dgm:spPr/>
    </dgm:pt>
    <dgm:pt modelId="{1C329BAD-1A3C-4055-82E9-96A6227AF208}" type="pres">
      <dgm:prSet presAssocID="{B49033DF-B38A-471F-BC03-0F4E841BE22E}" presName="comp" presStyleCnt="0"/>
      <dgm:spPr/>
    </dgm:pt>
    <dgm:pt modelId="{93DBDA9E-8CAA-4634-AED0-284D64EC942D}" type="pres">
      <dgm:prSet presAssocID="{B49033DF-B38A-471F-BC03-0F4E841BE22E}" presName="box" presStyleLbl="node1" presStyleIdx="2" presStyleCnt="3"/>
      <dgm:spPr/>
    </dgm:pt>
    <dgm:pt modelId="{371A6ECD-16EA-479A-8E7A-D8C4C2F20E21}" type="pres">
      <dgm:prSet presAssocID="{B49033DF-B38A-471F-BC03-0F4E841BE22E}" presName="img" presStyleLbl="fgImgPlace1" presStyleIdx="2" presStyleCnt="3" custScaleX="71406" custLinFactNeighborX="-13167" custLinFactNeighborY="94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t="-15000" b="-15000"/>
          </a:stretch>
        </a:blipFill>
      </dgm:spPr>
    </dgm:pt>
    <dgm:pt modelId="{7793BC51-1C47-4CE6-B521-92C39D99A22D}" type="pres">
      <dgm:prSet presAssocID="{B49033DF-B38A-471F-BC03-0F4E841BE22E}" presName="text" presStyleLbl="node1" presStyleIdx="2" presStyleCnt="3">
        <dgm:presLayoutVars>
          <dgm:bulletEnabled val="1"/>
        </dgm:presLayoutVars>
      </dgm:prSet>
      <dgm:spPr/>
    </dgm:pt>
  </dgm:ptLst>
  <dgm:cxnLst>
    <dgm:cxn modelId="{6CACFF0C-35C1-4539-BF9C-FE5DA1EBA7D0}" type="presOf" srcId="{B49033DF-B38A-471F-BC03-0F4E841BE22E}" destId="{7793BC51-1C47-4CE6-B521-92C39D99A22D}" srcOrd="1" destOrd="0" presId="urn:microsoft.com/office/officeart/2005/8/layout/vList4"/>
    <dgm:cxn modelId="{D345522A-2E82-4178-90A5-24E56DBEADC9}" type="presOf" srcId="{6D6ADD7F-0E24-4941-BD28-C8197D90203E}" destId="{21374B77-C54D-4C0F-9A69-6CADF9D9848C}" srcOrd="1" destOrd="0" presId="urn:microsoft.com/office/officeart/2005/8/layout/vList4"/>
    <dgm:cxn modelId="{DB789945-854E-477E-91DC-AA95ACA99A4A}" type="presOf" srcId="{6D6ADD7F-0E24-4941-BD28-C8197D90203E}" destId="{5605567C-B595-46A2-813C-94C17BC11169}" srcOrd="0" destOrd="0" presId="urn:microsoft.com/office/officeart/2005/8/layout/vList4"/>
    <dgm:cxn modelId="{5DD6FB67-1444-4BA6-AC24-A1B4D3F6407B}" type="presOf" srcId="{A8EB1158-826E-4D4C-9D3A-D42667A0738A}" destId="{F6D46C97-217E-4E83-95BF-BC6FD58D9A88}" srcOrd="0" destOrd="0" presId="urn:microsoft.com/office/officeart/2005/8/layout/vList4"/>
    <dgm:cxn modelId="{42EA7A6D-C5ED-45EA-BECA-8E2D8F4D7FD5}" type="presOf" srcId="{24234B8A-FB32-409D-B727-8D117E477D1A}" destId="{757993C0-E23F-4B88-AB28-F4FC01D7C5DB}" srcOrd="1" destOrd="0" presId="urn:microsoft.com/office/officeart/2005/8/layout/vList4"/>
    <dgm:cxn modelId="{87665454-BDD3-4263-816C-70C752C23411}" srcId="{A8EB1158-826E-4D4C-9D3A-D42667A0738A}" destId="{B49033DF-B38A-471F-BC03-0F4E841BE22E}" srcOrd="2" destOrd="0" parTransId="{78C6FBCF-7D4E-4FD8-ACC8-DC0AA019621F}" sibTransId="{06162DAD-5EA9-4B87-8822-A8D9F83CC58C}"/>
    <dgm:cxn modelId="{9530287D-20E2-4A33-9F65-149EEB06FF0C}" type="presOf" srcId="{24234B8A-FB32-409D-B727-8D117E477D1A}" destId="{B2BC8B0C-71E2-4CB1-B11D-90FDD52C6E60}" srcOrd="0" destOrd="0" presId="urn:microsoft.com/office/officeart/2005/8/layout/vList4"/>
    <dgm:cxn modelId="{1C844DD8-2648-420F-9B3B-E776BDDA0454}" srcId="{A8EB1158-826E-4D4C-9D3A-D42667A0738A}" destId="{6D6ADD7F-0E24-4941-BD28-C8197D90203E}" srcOrd="1" destOrd="0" parTransId="{2709AA97-B25A-49A2-AE88-618140D09BE0}" sibTransId="{DD40CBD3-D5DD-4C19-B355-1236F7BA24F1}"/>
    <dgm:cxn modelId="{FD686ED9-567D-4CF9-84BE-078F83C50E4B}" type="presOf" srcId="{B49033DF-B38A-471F-BC03-0F4E841BE22E}" destId="{93DBDA9E-8CAA-4634-AED0-284D64EC942D}" srcOrd="0" destOrd="0" presId="urn:microsoft.com/office/officeart/2005/8/layout/vList4"/>
    <dgm:cxn modelId="{4F112FE3-A28D-485D-889E-7AD4C7D7F3B1}" srcId="{A8EB1158-826E-4D4C-9D3A-D42667A0738A}" destId="{24234B8A-FB32-409D-B727-8D117E477D1A}" srcOrd="0" destOrd="0" parTransId="{C4721C9B-6D88-482E-8F97-21F7D26F3312}" sibTransId="{9DD27D22-D5F9-44BA-862B-F2E71F856E05}"/>
    <dgm:cxn modelId="{B2D451B4-8B13-40B3-A47D-F9ABA3B0F4CC}" type="presParOf" srcId="{F6D46C97-217E-4E83-95BF-BC6FD58D9A88}" destId="{1EF60928-36E2-4F4E-963D-EA6512F0A3F7}" srcOrd="0" destOrd="0" presId="urn:microsoft.com/office/officeart/2005/8/layout/vList4"/>
    <dgm:cxn modelId="{375C3D5F-40C8-4F77-AEDC-388062EA9DCF}" type="presParOf" srcId="{1EF60928-36E2-4F4E-963D-EA6512F0A3F7}" destId="{B2BC8B0C-71E2-4CB1-B11D-90FDD52C6E60}" srcOrd="0" destOrd="0" presId="urn:microsoft.com/office/officeart/2005/8/layout/vList4"/>
    <dgm:cxn modelId="{8B1D0EE8-9608-44ED-9865-755D865A6BE8}" type="presParOf" srcId="{1EF60928-36E2-4F4E-963D-EA6512F0A3F7}" destId="{F277230A-830C-4266-A129-3380E9182DD4}" srcOrd="1" destOrd="0" presId="urn:microsoft.com/office/officeart/2005/8/layout/vList4"/>
    <dgm:cxn modelId="{3B43C4E1-F1C9-46A0-A227-BF09D16B5A29}" type="presParOf" srcId="{1EF60928-36E2-4F4E-963D-EA6512F0A3F7}" destId="{757993C0-E23F-4B88-AB28-F4FC01D7C5DB}" srcOrd="2" destOrd="0" presId="urn:microsoft.com/office/officeart/2005/8/layout/vList4"/>
    <dgm:cxn modelId="{91D0A3FB-68AA-496B-BFAC-6673B4D2B67B}" type="presParOf" srcId="{F6D46C97-217E-4E83-95BF-BC6FD58D9A88}" destId="{EF5BA59C-933B-4B7B-808F-60B634B5C22F}" srcOrd="1" destOrd="0" presId="urn:microsoft.com/office/officeart/2005/8/layout/vList4"/>
    <dgm:cxn modelId="{C7C8FB5C-AD1A-4FCA-8BD1-A1A8F833983D}" type="presParOf" srcId="{F6D46C97-217E-4E83-95BF-BC6FD58D9A88}" destId="{6DF3DDC3-2732-4DEB-B61F-920292DA8D09}" srcOrd="2" destOrd="0" presId="urn:microsoft.com/office/officeart/2005/8/layout/vList4"/>
    <dgm:cxn modelId="{AB39D564-EB24-4FB2-87E6-4D4A45A7EEBC}" type="presParOf" srcId="{6DF3DDC3-2732-4DEB-B61F-920292DA8D09}" destId="{5605567C-B595-46A2-813C-94C17BC11169}" srcOrd="0" destOrd="0" presId="urn:microsoft.com/office/officeart/2005/8/layout/vList4"/>
    <dgm:cxn modelId="{FB8F2F99-60A9-4323-A643-4364411408B4}" type="presParOf" srcId="{6DF3DDC3-2732-4DEB-B61F-920292DA8D09}" destId="{BF22E7F1-E3A8-443A-9039-E6355895D8D4}" srcOrd="1" destOrd="0" presId="urn:microsoft.com/office/officeart/2005/8/layout/vList4"/>
    <dgm:cxn modelId="{2D5C3024-C398-4FCA-BD42-64ECF08EB38A}" type="presParOf" srcId="{6DF3DDC3-2732-4DEB-B61F-920292DA8D09}" destId="{21374B77-C54D-4C0F-9A69-6CADF9D9848C}" srcOrd="2" destOrd="0" presId="urn:microsoft.com/office/officeart/2005/8/layout/vList4"/>
    <dgm:cxn modelId="{E7A6AB70-31AF-41DD-9447-B64F1A1BD379}" type="presParOf" srcId="{F6D46C97-217E-4E83-95BF-BC6FD58D9A88}" destId="{213398F2-1FB2-45BB-9A99-308DC1DA3B62}" srcOrd="3" destOrd="0" presId="urn:microsoft.com/office/officeart/2005/8/layout/vList4"/>
    <dgm:cxn modelId="{1E3CB08F-58C1-4B22-91E8-52A439AB8265}" type="presParOf" srcId="{F6D46C97-217E-4E83-95BF-BC6FD58D9A88}" destId="{1C329BAD-1A3C-4055-82E9-96A6227AF208}" srcOrd="4" destOrd="0" presId="urn:microsoft.com/office/officeart/2005/8/layout/vList4"/>
    <dgm:cxn modelId="{6C2E7478-6A15-46A5-856A-33CDD7F9627B}" type="presParOf" srcId="{1C329BAD-1A3C-4055-82E9-96A6227AF208}" destId="{93DBDA9E-8CAA-4634-AED0-284D64EC942D}" srcOrd="0" destOrd="0" presId="urn:microsoft.com/office/officeart/2005/8/layout/vList4"/>
    <dgm:cxn modelId="{B2FCE5E5-C862-447A-B7DC-C6401FFAD4B0}" type="presParOf" srcId="{1C329BAD-1A3C-4055-82E9-96A6227AF208}" destId="{371A6ECD-16EA-479A-8E7A-D8C4C2F20E21}" srcOrd="1" destOrd="0" presId="urn:microsoft.com/office/officeart/2005/8/layout/vList4"/>
    <dgm:cxn modelId="{5C7DD1D1-B2A0-46D9-B904-01FA61EE135F}" type="presParOf" srcId="{1C329BAD-1A3C-4055-82E9-96A6227AF208}" destId="{7793BC51-1C47-4CE6-B521-92C39D99A22D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DFBF32-CD5F-4D5C-9FB0-E0889EA30CDE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365A2A6-862C-49E4-BB02-F56FEB4C6056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l"/>
          <a:endParaRPr lang="en-IN" sz="2100" dirty="0"/>
        </a:p>
      </dgm:t>
    </dgm:pt>
    <dgm:pt modelId="{76CD30BE-95CA-4576-B797-6AA980A2D65C}" type="parTrans" cxnId="{D16CA27C-6F4A-401A-8DAE-8B91FE9A5D8F}">
      <dgm:prSet/>
      <dgm:spPr/>
      <dgm:t>
        <a:bodyPr/>
        <a:lstStyle/>
        <a:p>
          <a:endParaRPr lang="en-IN"/>
        </a:p>
      </dgm:t>
    </dgm:pt>
    <dgm:pt modelId="{EA6A911D-340C-43BA-B27C-5691A5673D3B}" type="sibTrans" cxnId="{D16CA27C-6F4A-401A-8DAE-8B91FE9A5D8F}">
      <dgm:prSet/>
      <dgm:spPr/>
      <dgm:t>
        <a:bodyPr/>
        <a:lstStyle/>
        <a:p>
          <a:endParaRPr lang="en-IN"/>
        </a:p>
      </dgm:t>
    </dgm:pt>
    <dgm:pt modelId="{34CD6EE6-99E5-4236-9E8B-945068642286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l"/>
          <a:endParaRPr lang="en-IN" sz="2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3BA520-53C9-4788-91B1-0F13C85BC9A1}" type="parTrans" cxnId="{47BBBDA2-522B-40EC-8E2B-508F46FBCBA5}">
      <dgm:prSet/>
      <dgm:spPr/>
      <dgm:t>
        <a:bodyPr/>
        <a:lstStyle/>
        <a:p>
          <a:endParaRPr lang="en-IN"/>
        </a:p>
      </dgm:t>
    </dgm:pt>
    <dgm:pt modelId="{2951604E-24B9-4C3E-B186-7C571FC23E62}" type="sibTrans" cxnId="{47BBBDA2-522B-40EC-8E2B-508F46FBCBA5}">
      <dgm:prSet/>
      <dgm:spPr/>
      <dgm:t>
        <a:bodyPr/>
        <a:lstStyle/>
        <a:p>
          <a:endParaRPr lang="en-IN"/>
        </a:p>
      </dgm:t>
    </dgm:pt>
    <dgm:pt modelId="{4A5BD325-D014-41AD-81A9-86E311E1B2A5}">
      <dgm:prSet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l"/>
          <a:endParaRPr lang="en-IN" sz="2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2E58FD-E30F-44A5-9500-F349EC06E33B}" type="parTrans" cxnId="{28DE11F5-D199-4B57-A11C-221D5D3546C4}">
      <dgm:prSet/>
      <dgm:spPr/>
      <dgm:t>
        <a:bodyPr/>
        <a:lstStyle/>
        <a:p>
          <a:endParaRPr lang="en-IN"/>
        </a:p>
      </dgm:t>
    </dgm:pt>
    <dgm:pt modelId="{001E857B-0DEF-4449-91B0-1380B7B076E0}" type="sibTrans" cxnId="{28DE11F5-D199-4B57-A11C-221D5D3546C4}">
      <dgm:prSet/>
      <dgm:spPr/>
      <dgm:t>
        <a:bodyPr/>
        <a:lstStyle/>
        <a:p>
          <a:endParaRPr lang="en-IN"/>
        </a:p>
      </dgm:t>
    </dgm:pt>
    <dgm:pt modelId="{C67831B8-B0E9-46A8-B5CE-D72E3C018CEB}" type="pres">
      <dgm:prSet presAssocID="{4FDFBF32-CD5F-4D5C-9FB0-E0889EA30CDE}" presName="linearFlow" presStyleCnt="0">
        <dgm:presLayoutVars>
          <dgm:dir/>
          <dgm:resizeHandles val="exact"/>
        </dgm:presLayoutVars>
      </dgm:prSet>
      <dgm:spPr/>
    </dgm:pt>
    <dgm:pt modelId="{27C340E5-FF31-44CD-9117-10608371A8FD}" type="pres">
      <dgm:prSet presAssocID="{0365A2A6-862C-49E4-BB02-F56FEB4C6056}" presName="composite" presStyleCnt="0"/>
      <dgm:spPr/>
    </dgm:pt>
    <dgm:pt modelId="{91C2E223-7501-425D-904C-8C23067F92E9}" type="pres">
      <dgm:prSet presAssocID="{0365A2A6-862C-49E4-BB02-F56FEB4C6056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25000" r="-25000"/>
          </a:stretch>
        </a:blipFill>
      </dgm:spPr>
    </dgm:pt>
    <dgm:pt modelId="{6A33070B-06BD-403C-986A-C1EBDF29ACC5}" type="pres">
      <dgm:prSet presAssocID="{0365A2A6-862C-49E4-BB02-F56FEB4C6056}" presName="txShp" presStyleLbl="node1" presStyleIdx="0" presStyleCnt="3" custLinFactNeighborX="1545" custLinFactNeighborY="-57">
        <dgm:presLayoutVars>
          <dgm:bulletEnabled val="1"/>
        </dgm:presLayoutVars>
      </dgm:prSet>
      <dgm:spPr/>
    </dgm:pt>
    <dgm:pt modelId="{A7BFADF3-15BA-4EF8-BE76-6F3E3DE2C77E}" type="pres">
      <dgm:prSet presAssocID="{EA6A911D-340C-43BA-B27C-5691A5673D3B}" presName="spacing" presStyleCnt="0"/>
      <dgm:spPr/>
    </dgm:pt>
    <dgm:pt modelId="{2BCA1412-B9F7-49EE-9926-C819BD1CEC24}" type="pres">
      <dgm:prSet presAssocID="{34CD6EE6-99E5-4236-9E8B-945068642286}" presName="composite" presStyleCnt="0"/>
      <dgm:spPr/>
    </dgm:pt>
    <dgm:pt modelId="{45691D10-5850-4279-9AC3-E2ACCD6AF2EE}" type="pres">
      <dgm:prSet presAssocID="{34CD6EE6-99E5-4236-9E8B-945068642286}" presName="imgShp" presStyleLbl="fg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5000" r="-25000"/>
          </a:stretch>
        </a:blipFill>
      </dgm:spPr>
    </dgm:pt>
    <dgm:pt modelId="{743C2621-865C-41DB-88A7-408B1523F4A7}" type="pres">
      <dgm:prSet presAssocID="{34CD6EE6-99E5-4236-9E8B-945068642286}" presName="txShp" presStyleLbl="node1" presStyleIdx="1" presStyleCnt="3" custScaleX="103142">
        <dgm:presLayoutVars>
          <dgm:bulletEnabled val="1"/>
        </dgm:presLayoutVars>
      </dgm:prSet>
      <dgm:spPr/>
    </dgm:pt>
    <dgm:pt modelId="{A6EFE220-723C-43A6-AD43-BB91A9D66C6F}" type="pres">
      <dgm:prSet presAssocID="{2951604E-24B9-4C3E-B186-7C571FC23E62}" presName="spacing" presStyleCnt="0"/>
      <dgm:spPr/>
    </dgm:pt>
    <dgm:pt modelId="{649196CB-739C-4570-B45D-FB68B1F5CCF9}" type="pres">
      <dgm:prSet presAssocID="{4A5BD325-D014-41AD-81A9-86E311E1B2A5}" presName="composite" presStyleCnt="0"/>
      <dgm:spPr/>
    </dgm:pt>
    <dgm:pt modelId="{E13EF3CB-F397-4C31-A3A6-28B8AE367224}" type="pres">
      <dgm:prSet presAssocID="{4A5BD325-D014-41AD-81A9-86E311E1B2A5}" presName="imgShp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/>
          </a:stretch>
        </a:blipFill>
      </dgm:spPr>
    </dgm:pt>
    <dgm:pt modelId="{C3F84A38-DCC5-41AF-9451-A84A073DC5D5}" type="pres">
      <dgm:prSet presAssocID="{4A5BD325-D014-41AD-81A9-86E311E1B2A5}" presName="txShp" presStyleLbl="node1" presStyleIdx="2" presStyleCnt="3" custLinFactNeighborY="14947">
        <dgm:presLayoutVars>
          <dgm:bulletEnabled val="1"/>
        </dgm:presLayoutVars>
      </dgm:prSet>
      <dgm:spPr/>
    </dgm:pt>
  </dgm:ptLst>
  <dgm:cxnLst>
    <dgm:cxn modelId="{D16CA27C-6F4A-401A-8DAE-8B91FE9A5D8F}" srcId="{4FDFBF32-CD5F-4D5C-9FB0-E0889EA30CDE}" destId="{0365A2A6-862C-49E4-BB02-F56FEB4C6056}" srcOrd="0" destOrd="0" parTransId="{76CD30BE-95CA-4576-B797-6AA980A2D65C}" sibTransId="{EA6A911D-340C-43BA-B27C-5691A5673D3B}"/>
    <dgm:cxn modelId="{BAB5FA93-E9E2-403A-AF66-692B8639EFB0}" type="presOf" srcId="{4A5BD325-D014-41AD-81A9-86E311E1B2A5}" destId="{C3F84A38-DCC5-41AF-9451-A84A073DC5D5}" srcOrd="0" destOrd="0" presId="urn:microsoft.com/office/officeart/2005/8/layout/vList3"/>
    <dgm:cxn modelId="{84CF0399-2502-465A-ACBF-93ED281AE2C2}" type="presOf" srcId="{34CD6EE6-99E5-4236-9E8B-945068642286}" destId="{743C2621-865C-41DB-88A7-408B1523F4A7}" srcOrd="0" destOrd="0" presId="urn:microsoft.com/office/officeart/2005/8/layout/vList3"/>
    <dgm:cxn modelId="{ACAB8D9F-369B-43EA-A922-F97BD1F9D780}" type="presOf" srcId="{4FDFBF32-CD5F-4D5C-9FB0-E0889EA30CDE}" destId="{C67831B8-B0E9-46A8-B5CE-D72E3C018CEB}" srcOrd="0" destOrd="0" presId="urn:microsoft.com/office/officeart/2005/8/layout/vList3"/>
    <dgm:cxn modelId="{47BBBDA2-522B-40EC-8E2B-508F46FBCBA5}" srcId="{4FDFBF32-CD5F-4D5C-9FB0-E0889EA30CDE}" destId="{34CD6EE6-99E5-4236-9E8B-945068642286}" srcOrd="1" destOrd="0" parTransId="{853BA520-53C9-4788-91B1-0F13C85BC9A1}" sibTransId="{2951604E-24B9-4C3E-B186-7C571FC23E62}"/>
    <dgm:cxn modelId="{F38B14DB-6FFC-4998-AB53-0792974B324E}" type="presOf" srcId="{0365A2A6-862C-49E4-BB02-F56FEB4C6056}" destId="{6A33070B-06BD-403C-986A-C1EBDF29ACC5}" srcOrd="0" destOrd="0" presId="urn:microsoft.com/office/officeart/2005/8/layout/vList3"/>
    <dgm:cxn modelId="{28DE11F5-D199-4B57-A11C-221D5D3546C4}" srcId="{4FDFBF32-CD5F-4D5C-9FB0-E0889EA30CDE}" destId="{4A5BD325-D014-41AD-81A9-86E311E1B2A5}" srcOrd="2" destOrd="0" parTransId="{1A2E58FD-E30F-44A5-9500-F349EC06E33B}" sibTransId="{001E857B-0DEF-4449-91B0-1380B7B076E0}"/>
    <dgm:cxn modelId="{3C1D51B3-C543-4293-9AEC-13482450AC37}" type="presParOf" srcId="{C67831B8-B0E9-46A8-B5CE-D72E3C018CEB}" destId="{27C340E5-FF31-44CD-9117-10608371A8FD}" srcOrd="0" destOrd="0" presId="urn:microsoft.com/office/officeart/2005/8/layout/vList3"/>
    <dgm:cxn modelId="{20B41E65-B19F-43A6-BEB4-AB1E243BFC88}" type="presParOf" srcId="{27C340E5-FF31-44CD-9117-10608371A8FD}" destId="{91C2E223-7501-425D-904C-8C23067F92E9}" srcOrd="0" destOrd="0" presId="urn:microsoft.com/office/officeart/2005/8/layout/vList3"/>
    <dgm:cxn modelId="{1D61ABA2-EE54-4123-89D1-90B7263A48DE}" type="presParOf" srcId="{27C340E5-FF31-44CD-9117-10608371A8FD}" destId="{6A33070B-06BD-403C-986A-C1EBDF29ACC5}" srcOrd="1" destOrd="0" presId="urn:microsoft.com/office/officeart/2005/8/layout/vList3"/>
    <dgm:cxn modelId="{24CE40A5-3413-4D51-A5B1-DEAA5A54A2D0}" type="presParOf" srcId="{C67831B8-B0E9-46A8-B5CE-D72E3C018CEB}" destId="{A7BFADF3-15BA-4EF8-BE76-6F3E3DE2C77E}" srcOrd="1" destOrd="0" presId="urn:microsoft.com/office/officeart/2005/8/layout/vList3"/>
    <dgm:cxn modelId="{2C3B8CD9-7B53-494A-8470-68E03AF8F6B9}" type="presParOf" srcId="{C67831B8-B0E9-46A8-B5CE-D72E3C018CEB}" destId="{2BCA1412-B9F7-49EE-9926-C819BD1CEC24}" srcOrd="2" destOrd="0" presId="urn:microsoft.com/office/officeart/2005/8/layout/vList3"/>
    <dgm:cxn modelId="{0DAAF558-1B29-4BB7-9905-FAF092075379}" type="presParOf" srcId="{2BCA1412-B9F7-49EE-9926-C819BD1CEC24}" destId="{45691D10-5850-4279-9AC3-E2ACCD6AF2EE}" srcOrd="0" destOrd="0" presId="urn:microsoft.com/office/officeart/2005/8/layout/vList3"/>
    <dgm:cxn modelId="{1E57FBD2-E567-4981-ABA5-6A0468DA9F32}" type="presParOf" srcId="{2BCA1412-B9F7-49EE-9926-C819BD1CEC24}" destId="{743C2621-865C-41DB-88A7-408B1523F4A7}" srcOrd="1" destOrd="0" presId="urn:microsoft.com/office/officeart/2005/8/layout/vList3"/>
    <dgm:cxn modelId="{EA8E646C-9FDC-4870-81F5-EEB4CA499EE9}" type="presParOf" srcId="{C67831B8-B0E9-46A8-B5CE-D72E3C018CEB}" destId="{A6EFE220-723C-43A6-AD43-BB91A9D66C6F}" srcOrd="3" destOrd="0" presId="urn:microsoft.com/office/officeart/2005/8/layout/vList3"/>
    <dgm:cxn modelId="{587D7707-8136-4D64-ACD1-B09BCBA93CB4}" type="presParOf" srcId="{C67831B8-B0E9-46A8-B5CE-D72E3C018CEB}" destId="{649196CB-739C-4570-B45D-FB68B1F5CCF9}" srcOrd="4" destOrd="0" presId="urn:microsoft.com/office/officeart/2005/8/layout/vList3"/>
    <dgm:cxn modelId="{75DDDC66-334A-42AB-BAB0-754D2CA1D290}" type="presParOf" srcId="{649196CB-739C-4570-B45D-FB68B1F5CCF9}" destId="{E13EF3CB-F397-4C31-A3A6-28B8AE367224}" srcOrd="0" destOrd="0" presId="urn:microsoft.com/office/officeart/2005/8/layout/vList3"/>
    <dgm:cxn modelId="{9E398C28-A89D-4787-9EB8-CA6FD504F7F0}" type="presParOf" srcId="{649196CB-739C-4570-B45D-FB68B1F5CCF9}" destId="{C3F84A38-DCC5-41AF-9451-A84A073DC5D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Server side Logic for hotels, rooms, and booking management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1071B738-088A-4307-BD0A-51E444461278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structured navigation and modular admin workflows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DE79C-5BE0-4C07-BB4B-9B30B2EF32D9}" type="parTrans" cxnId="{0282D569-7ED7-4847-8A2D-430C0A24CB7A}">
      <dgm:prSet/>
      <dgm:spPr/>
      <dgm:t>
        <a:bodyPr/>
        <a:lstStyle/>
        <a:p>
          <a:endParaRPr lang="en-IN"/>
        </a:p>
      </dgm:t>
    </dgm:pt>
    <dgm:pt modelId="{A8D53AF0-BE4D-4000-866D-786817B17C35}" type="sibTrans" cxnId="{0282D569-7ED7-4847-8A2D-430C0A24CB7A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/>
            <a:t>CRUD Operations</a:t>
          </a:r>
          <a:endParaRPr lang="en-IN" sz="2200" b="1" dirty="0"/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Admin can Create, Read, Update, Delete entries in all tables
Ensures data integrity and real-time updates in the system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E116B753-397A-47AD-AF3D-9FC45224D671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/>
            <a:t>Admin Authentication</a:t>
          </a:r>
          <a:endParaRPr lang="en-IN" sz="2200" b="1" dirty="0"/>
        </a:p>
      </dgm:t>
    </dgm:pt>
    <dgm:pt modelId="{18761E07-0282-46E3-B9D1-710BFE1D3DAC}" type="parTrans" cxnId="{425AB9E2-A8A4-43DD-8F8D-7C36A84BE6F5}">
      <dgm:prSet/>
      <dgm:spPr/>
      <dgm:t>
        <a:bodyPr/>
        <a:lstStyle/>
        <a:p>
          <a:endParaRPr lang="en-IN"/>
        </a:p>
      </dgm:t>
    </dgm:pt>
    <dgm:pt modelId="{851B8462-6E57-4292-A221-39DB776642FE}" type="sibTrans" cxnId="{425AB9E2-A8A4-43DD-8F8D-7C36A84BE6F5}">
      <dgm:prSet/>
      <dgm:spPr/>
      <dgm:t>
        <a:bodyPr/>
        <a:lstStyle/>
        <a:p>
          <a:endParaRPr lang="en-IN"/>
        </a:p>
      </dgm:t>
    </dgm:pt>
    <dgm:pt modelId="{88AB18E7-4345-405E-B175-698ADC130326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Secure login maintains admin session across pages
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unauthorized access to admin-only operations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E4B957-4549-4001-BBB1-0DFB22ED3ED1}" type="parTrans" cxnId="{F98FEA9A-6F22-45A4-8551-7FC1DC8D0272}">
      <dgm:prSet/>
      <dgm:spPr/>
      <dgm:t>
        <a:bodyPr/>
        <a:lstStyle/>
        <a:p>
          <a:endParaRPr lang="en-IN"/>
        </a:p>
      </dgm:t>
    </dgm:pt>
    <dgm:pt modelId="{953E4C3D-DC4C-45E5-B4FD-5706618586DE}" type="sibTrans" cxnId="{F98FEA9A-6F22-45A4-8551-7FC1DC8D0272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3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3">
        <dgm:presLayoutVars>
          <dgm:bulletEnabled val="1"/>
        </dgm:presLayoutVars>
      </dgm:prSet>
      <dgm:spPr/>
    </dgm:pt>
    <dgm:pt modelId="{E127DB29-0F36-409F-BD79-B022EB574FCB}" type="pres">
      <dgm:prSet presAssocID="{4A9BD2E0-0803-436F-8221-C1D92355334F}" presName="space" presStyleCnt="0"/>
      <dgm:spPr/>
    </dgm:pt>
    <dgm:pt modelId="{A5ADFACC-50AA-4E65-B8FB-0AEA52996FEA}" type="pres">
      <dgm:prSet presAssocID="{E116B753-397A-47AD-AF3D-9FC45224D671}" presName="composite" presStyleCnt="0"/>
      <dgm:spPr/>
    </dgm:pt>
    <dgm:pt modelId="{1D3D9F5A-6297-40F7-A046-69FC6B4C8B93}" type="pres">
      <dgm:prSet presAssocID="{E116B753-397A-47AD-AF3D-9FC45224D67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56E3A85-459A-4442-A476-8D6BF55B0B02}" type="pres">
      <dgm:prSet presAssocID="{E116B753-397A-47AD-AF3D-9FC45224D67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6A7AC12B-12F7-46DB-8B66-7FCC48B70EE4}" type="presOf" srcId="{88AB18E7-4345-405E-B175-698ADC130326}" destId="{556E3A85-459A-4442-A476-8D6BF55B0B02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0282D569-7ED7-4847-8A2D-430C0A24CB7A}" srcId="{26778AF5-C554-4DF3-987A-7292C6743025}" destId="{1071B738-088A-4307-BD0A-51E444461278}" srcOrd="1" destOrd="0" parTransId="{E76DE79C-5BE0-4C07-BB4B-9B30B2EF32D9}" sibTransId="{A8D53AF0-BE4D-4000-866D-786817B17C35}"/>
    <dgm:cxn modelId="{116E8F4B-EDCE-4A80-BAA7-1A7DFDBDC706}" type="presOf" srcId="{E116B753-397A-47AD-AF3D-9FC45224D671}" destId="{1D3D9F5A-6297-40F7-A046-69FC6B4C8B93}" srcOrd="0" destOrd="0" presId="urn:microsoft.com/office/officeart/2005/8/layout/hList1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F98FEA9A-6F22-45A4-8551-7FC1DC8D0272}" srcId="{E116B753-397A-47AD-AF3D-9FC45224D671}" destId="{88AB18E7-4345-405E-B175-698ADC130326}" srcOrd="0" destOrd="0" parTransId="{72E4B957-4549-4001-BBB1-0DFB22ED3ED1}" sibTransId="{953E4C3D-DC4C-45E5-B4FD-5706618586DE}"/>
    <dgm:cxn modelId="{0CDCFBA9-53F3-47CA-B70F-78CC568F8E51}" type="presOf" srcId="{1071B738-088A-4307-BD0A-51E444461278}" destId="{B3FF68DC-3A17-4EFE-AF53-AA9B7B9EEBC9}" srcOrd="0" destOrd="1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425AB9E2-A8A4-43DD-8F8D-7C36A84BE6F5}" srcId="{C49E8868-B7A6-4200-851B-A14943411C87}" destId="{E116B753-397A-47AD-AF3D-9FC45224D671}" srcOrd="2" destOrd="0" parTransId="{18761E07-0282-46E3-B9D1-710BFE1D3DAC}" sibTransId="{851B8462-6E57-4292-A221-39DB776642FE}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  <dgm:cxn modelId="{A5C8DEFF-2769-4508-A207-132425F4DA0A}" type="presParOf" srcId="{68D25A9E-CC26-4724-AC32-B26D6D338823}" destId="{E127DB29-0F36-409F-BD79-B022EB574FCB}" srcOrd="3" destOrd="0" presId="urn:microsoft.com/office/officeart/2005/8/layout/hList1"/>
    <dgm:cxn modelId="{4E178D24-F032-4702-947A-19735E0E2DE1}" type="presParOf" srcId="{68D25A9E-CC26-4724-AC32-B26D6D338823}" destId="{A5ADFACC-50AA-4E65-B8FB-0AEA52996FEA}" srcOrd="4" destOrd="0" presId="urn:microsoft.com/office/officeart/2005/8/layout/hList1"/>
    <dgm:cxn modelId="{22C56A0A-51F9-444F-9B32-3D113EF8BA53}" type="presParOf" srcId="{A5ADFACC-50AA-4E65-B8FB-0AEA52996FEA}" destId="{1D3D9F5A-6297-40F7-A046-69FC6B4C8B93}" srcOrd="0" destOrd="0" presId="urn:microsoft.com/office/officeart/2005/8/layout/hList1"/>
    <dgm:cxn modelId="{9F8B9B13-7067-4084-BA11-79116EABFD57}" type="presParOf" srcId="{A5ADFACC-50AA-4E65-B8FB-0AEA52996FEA}" destId="{556E3A85-459A-4442-A476-8D6BF55B0B0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Table</a:t>
          </a:r>
          <a:r>
            <a:rPr lang="en-US" sz="2200" b="1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Wise Data Management (MYSQL)</a:t>
          </a:r>
          <a:endParaRPr lang="en-IN" sz="2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Separate tables for hotels, rooms, bookings, customers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1071B738-088A-4307-BD0A-51E444461278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organized storage and easy relational queries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DE79C-5BE0-4C07-BB4B-9B30B2EF32D9}" type="parTrans" cxnId="{0282D569-7ED7-4847-8A2D-430C0A24CB7A}">
      <dgm:prSet/>
      <dgm:spPr/>
      <dgm:t>
        <a:bodyPr/>
        <a:lstStyle/>
        <a:p>
          <a:endParaRPr lang="en-IN"/>
        </a:p>
      </dgm:t>
    </dgm:pt>
    <dgm:pt modelId="{A8D53AF0-BE4D-4000-866D-786817B17C35}" type="sibTrans" cxnId="{0282D569-7ED7-4847-8A2D-430C0A24CB7A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</a:rPr>
            <a:t>Backend</a:t>
          </a:r>
          <a:r>
            <a:rPr lang="en-US" sz="2200" b="1" baseline="0" dirty="0">
              <a:solidFill>
                <a:schemeClr val="tx1"/>
              </a:solidFill>
            </a:rPr>
            <a:t> Validation &amp; Error Handling</a:t>
          </a:r>
          <a:endParaRPr lang="en-IN" sz="2200" b="1" dirty="0">
            <a:solidFill>
              <a:schemeClr val="tx1"/>
            </a:solidFill>
          </a:endParaRPr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duplicate entries, missing fields, or invalid operations
Maintains cleanliness and accuracy of the database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2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0282D569-7ED7-4847-8A2D-430C0A24CB7A}" srcId="{26778AF5-C554-4DF3-987A-7292C6743025}" destId="{1071B738-088A-4307-BD0A-51E444461278}" srcOrd="1" destOrd="0" parTransId="{E76DE79C-5BE0-4C07-BB4B-9B30B2EF32D9}" sibTransId="{A8D53AF0-BE4D-4000-866D-786817B17C35}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0CDCFBA9-53F3-47CA-B70F-78CC568F8E51}" type="presOf" srcId="{1071B738-088A-4307-BD0A-51E444461278}" destId="{B3FF68DC-3A17-4EFE-AF53-AA9B7B9EEBC9}" srcOrd="0" destOrd="1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Displays cities, hotels, rooms Dynamically from the database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1071B738-088A-4307-BD0A-51E444461278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booking form submission and stores bookings securely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DE79C-5BE0-4C07-BB4B-9B30B2EF32D9}" type="parTrans" cxnId="{0282D569-7ED7-4847-8A2D-430C0A24CB7A}">
      <dgm:prSet/>
      <dgm:spPr/>
      <dgm:t>
        <a:bodyPr/>
        <a:lstStyle/>
        <a:p>
          <a:endParaRPr lang="en-IN"/>
        </a:p>
      </dgm:t>
    </dgm:pt>
    <dgm:pt modelId="{A8D53AF0-BE4D-4000-866D-786817B17C35}" type="sibTrans" cxnId="{0282D569-7ED7-4847-8A2D-430C0A24CB7A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</a:rPr>
            <a:t>MYSQL</a:t>
          </a:r>
          <a:r>
            <a:rPr lang="en-US" sz="2200" b="1" baseline="0" dirty="0">
              <a:solidFill>
                <a:schemeClr val="tx1"/>
              </a:solidFill>
            </a:rPr>
            <a:t> for database Storage</a:t>
          </a:r>
          <a:endParaRPr lang="en-IN" sz="2200" b="1" dirty="0">
            <a:solidFill>
              <a:schemeClr val="tx1"/>
            </a:solidFill>
          </a:endParaRPr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Stores user Account, hotels details, room data, and bookings.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
Ensures smooth retrieval using optimized SELECT queries.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E116B753-397A-47AD-AF3D-9FC45224D671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</a:rPr>
            <a:t>HTML/CSS/ Bootstrap</a:t>
          </a:r>
          <a:endParaRPr lang="en-IN" sz="2200" b="1" dirty="0">
            <a:solidFill>
              <a:schemeClr val="tx1"/>
            </a:solidFill>
          </a:endParaRPr>
        </a:p>
      </dgm:t>
    </dgm:pt>
    <dgm:pt modelId="{18761E07-0282-46E3-B9D1-710BFE1D3DAC}" type="parTrans" cxnId="{425AB9E2-A8A4-43DD-8F8D-7C36A84BE6F5}">
      <dgm:prSet/>
      <dgm:spPr/>
      <dgm:t>
        <a:bodyPr/>
        <a:lstStyle/>
        <a:p>
          <a:endParaRPr lang="en-IN"/>
        </a:p>
      </dgm:t>
    </dgm:pt>
    <dgm:pt modelId="{851B8462-6E57-4292-A221-39DB776642FE}" type="sibTrans" cxnId="{425AB9E2-A8A4-43DD-8F8D-7C36A84BE6F5}">
      <dgm:prSet/>
      <dgm:spPr/>
      <dgm:t>
        <a:bodyPr/>
        <a:lstStyle/>
        <a:p>
          <a:endParaRPr lang="en-IN"/>
        </a:p>
      </dgm:t>
    </dgm:pt>
    <dgm:pt modelId="{88AB18E7-4345-405E-B175-698ADC130326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responsive, user-friendly layout on all devices.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
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user experience with clean components like cards and forms.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E4B957-4549-4001-BBB1-0DFB22ED3ED1}" type="parTrans" cxnId="{F98FEA9A-6F22-45A4-8551-7FC1DC8D0272}">
      <dgm:prSet/>
      <dgm:spPr/>
      <dgm:t>
        <a:bodyPr/>
        <a:lstStyle/>
        <a:p>
          <a:endParaRPr lang="en-IN"/>
        </a:p>
      </dgm:t>
    </dgm:pt>
    <dgm:pt modelId="{953E4C3D-DC4C-45E5-B4FD-5706618586DE}" type="sibTrans" cxnId="{F98FEA9A-6F22-45A4-8551-7FC1DC8D0272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3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3">
        <dgm:presLayoutVars>
          <dgm:bulletEnabled val="1"/>
        </dgm:presLayoutVars>
      </dgm:prSet>
      <dgm:spPr/>
    </dgm:pt>
    <dgm:pt modelId="{E127DB29-0F36-409F-BD79-B022EB574FCB}" type="pres">
      <dgm:prSet presAssocID="{4A9BD2E0-0803-436F-8221-C1D92355334F}" presName="space" presStyleCnt="0"/>
      <dgm:spPr/>
    </dgm:pt>
    <dgm:pt modelId="{A5ADFACC-50AA-4E65-B8FB-0AEA52996FEA}" type="pres">
      <dgm:prSet presAssocID="{E116B753-397A-47AD-AF3D-9FC45224D671}" presName="composite" presStyleCnt="0"/>
      <dgm:spPr/>
    </dgm:pt>
    <dgm:pt modelId="{1D3D9F5A-6297-40F7-A046-69FC6B4C8B93}" type="pres">
      <dgm:prSet presAssocID="{E116B753-397A-47AD-AF3D-9FC45224D67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56E3A85-459A-4442-A476-8D6BF55B0B02}" type="pres">
      <dgm:prSet presAssocID="{E116B753-397A-47AD-AF3D-9FC45224D67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6A7AC12B-12F7-46DB-8B66-7FCC48B70EE4}" type="presOf" srcId="{88AB18E7-4345-405E-B175-698ADC130326}" destId="{556E3A85-459A-4442-A476-8D6BF55B0B02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0282D569-7ED7-4847-8A2D-430C0A24CB7A}" srcId="{26778AF5-C554-4DF3-987A-7292C6743025}" destId="{1071B738-088A-4307-BD0A-51E444461278}" srcOrd="1" destOrd="0" parTransId="{E76DE79C-5BE0-4C07-BB4B-9B30B2EF32D9}" sibTransId="{A8D53AF0-BE4D-4000-866D-786817B17C35}"/>
    <dgm:cxn modelId="{116E8F4B-EDCE-4A80-BAA7-1A7DFDBDC706}" type="presOf" srcId="{E116B753-397A-47AD-AF3D-9FC45224D671}" destId="{1D3D9F5A-6297-40F7-A046-69FC6B4C8B93}" srcOrd="0" destOrd="0" presId="urn:microsoft.com/office/officeart/2005/8/layout/hList1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F98FEA9A-6F22-45A4-8551-7FC1DC8D0272}" srcId="{E116B753-397A-47AD-AF3D-9FC45224D671}" destId="{88AB18E7-4345-405E-B175-698ADC130326}" srcOrd="0" destOrd="0" parTransId="{72E4B957-4549-4001-BBB1-0DFB22ED3ED1}" sibTransId="{953E4C3D-DC4C-45E5-B4FD-5706618586DE}"/>
    <dgm:cxn modelId="{0CDCFBA9-53F3-47CA-B70F-78CC568F8E51}" type="presOf" srcId="{1071B738-088A-4307-BD0A-51E444461278}" destId="{B3FF68DC-3A17-4EFE-AF53-AA9B7B9EEBC9}" srcOrd="0" destOrd="1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425AB9E2-A8A4-43DD-8F8D-7C36A84BE6F5}" srcId="{C49E8868-B7A6-4200-851B-A14943411C87}" destId="{E116B753-397A-47AD-AF3D-9FC45224D671}" srcOrd="2" destOrd="0" parTransId="{18761E07-0282-46E3-B9D1-710BFE1D3DAC}" sibTransId="{851B8462-6E57-4292-A221-39DB776642FE}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  <dgm:cxn modelId="{A5C8DEFF-2769-4508-A207-132425F4DA0A}" type="presParOf" srcId="{68D25A9E-CC26-4724-AC32-B26D6D338823}" destId="{E127DB29-0F36-409F-BD79-B022EB574FCB}" srcOrd="3" destOrd="0" presId="urn:microsoft.com/office/officeart/2005/8/layout/hList1"/>
    <dgm:cxn modelId="{4E178D24-F032-4702-947A-19735E0E2DE1}" type="presParOf" srcId="{68D25A9E-CC26-4724-AC32-B26D6D338823}" destId="{A5ADFACC-50AA-4E65-B8FB-0AEA52996FEA}" srcOrd="4" destOrd="0" presId="urn:microsoft.com/office/officeart/2005/8/layout/hList1"/>
    <dgm:cxn modelId="{22C56A0A-51F9-444F-9B32-3D113EF8BA53}" type="presParOf" srcId="{A5ADFACC-50AA-4E65-B8FB-0AEA52996FEA}" destId="{1D3D9F5A-6297-40F7-A046-69FC6B4C8B93}" srcOrd="0" destOrd="0" presId="urn:microsoft.com/office/officeart/2005/8/layout/hList1"/>
    <dgm:cxn modelId="{9F8B9B13-7067-4084-BA11-79116EABFD57}" type="presParOf" srcId="{A5ADFACC-50AA-4E65-B8FB-0AEA52996FEA}" destId="{556E3A85-459A-4442-A476-8D6BF55B0B0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Sessions for authentication</a:t>
          </a: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Keeps</a:t>
          </a:r>
          <a:r>
            <a:rPr lang="en-US" sz="20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the user Logged in across pages like Home, Book Room, My bookings.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IN" sz="2200" b="1" dirty="0">
              <a:solidFill>
                <a:schemeClr val="tx1"/>
              </a:solidFill>
            </a:rPr>
            <a:t>SQL queries for data retrieval &amp; booking logic</a:t>
          </a:r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Fetches hotels based on selected city, room availability, and pricing.
Prevents double booking by checking room status before confirming.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B94023C6-AFFB-4E25-856E-A909736C5B3A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Personalized experience and secure access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CD818C-C587-43B4-803B-B27439E57A14}" type="parTrans" cxnId="{D4B1B46A-142C-4072-A19B-46FC5F5224D7}">
      <dgm:prSet/>
      <dgm:spPr/>
      <dgm:t>
        <a:bodyPr/>
        <a:lstStyle/>
        <a:p>
          <a:endParaRPr lang="en-IN"/>
        </a:p>
      </dgm:t>
    </dgm:pt>
    <dgm:pt modelId="{FD6C77E3-EE30-4B4C-B08A-C58F74E9EBF2}" type="sibTrans" cxnId="{D4B1B46A-142C-4072-A19B-46FC5F5224D7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2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D4B1B46A-142C-4072-A19B-46FC5F5224D7}" srcId="{26778AF5-C554-4DF3-987A-7292C6743025}" destId="{B94023C6-AFFB-4E25-856E-A909736C5B3A}" srcOrd="1" destOrd="0" parTransId="{7CCD818C-C587-43B4-803B-B27439E57A14}" sibTransId="{FD6C77E3-EE30-4B4C-B08A-C58F74E9EBF2}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66EFEEEF-3312-42D6-B238-B7E926778538}" type="presOf" srcId="{B94023C6-AFFB-4E25-856E-A909736C5B3A}" destId="{B3FF68DC-3A17-4EFE-AF53-AA9B7B9EEBC9}" srcOrd="0" destOrd="1" presId="urn:microsoft.com/office/officeart/2005/8/layout/hList1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423ACD-74DC-407E-9C73-5D63C481EA4B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7D9AB7A-36F2-42AE-9221-43F681A77C09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  <a:endParaRPr lang="en-IN" sz="3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B9DFB-29CC-4C37-B7D2-C6D8D6077B7C}" type="parTrans" cxnId="{EBD925CF-6416-4C35-8E3F-106FB2D82D7B}">
      <dgm:prSet/>
      <dgm:spPr/>
      <dgm:t>
        <a:bodyPr/>
        <a:lstStyle/>
        <a:p>
          <a:endParaRPr lang="en-IN"/>
        </a:p>
      </dgm:t>
    </dgm:pt>
    <dgm:pt modelId="{4893C57D-5065-4B73-A862-6B2D78710F28}" type="sibTrans" cxnId="{EBD925CF-6416-4C35-8E3F-106FB2D82D7B}">
      <dgm:prSet/>
      <dgm:spPr/>
      <dgm:t>
        <a:bodyPr/>
        <a:lstStyle/>
        <a:p>
          <a:endParaRPr lang="en-IN"/>
        </a:p>
      </dgm:t>
    </dgm:pt>
    <dgm:pt modelId="{6406CC76-F3DA-41A7-95AC-CC6B05C110E4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HTML5, CSS3, Bootstrap5</a:t>
          </a:r>
          <a:endParaRPr lang="en-IN" dirty="0"/>
        </a:p>
      </dgm:t>
    </dgm:pt>
    <dgm:pt modelId="{7F558FE6-E82B-4809-BEA0-611A6A65A427}" type="parTrans" cxnId="{DB38EC76-67E3-4D54-B8ED-155FE860127F}">
      <dgm:prSet/>
      <dgm:spPr/>
      <dgm:t>
        <a:bodyPr/>
        <a:lstStyle/>
        <a:p>
          <a:endParaRPr lang="en-IN"/>
        </a:p>
      </dgm:t>
    </dgm:pt>
    <dgm:pt modelId="{80AD35F1-4762-414F-8C8A-EE6F21ABF512}" type="sibTrans" cxnId="{DB38EC76-67E3-4D54-B8ED-155FE860127F}">
      <dgm:prSet/>
      <dgm:spPr/>
      <dgm:t>
        <a:bodyPr/>
        <a:lstStyle/>
        <a:p>
          <a:endParaRPr lang="en-IN"/>
        </a:p>
      </dgm:t>
    </dgm:pt>
    <dgm:pt modelId="{6BCB7500-0704-49CA-A419-9ADBF6DAFF5C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Responsive Card Layouts for hotels &amp; rooms</a:t>
          </a:r>
          <a:endParaRPr lang="en-IN" dirty="0"/>
        </a:p>
      </dgm:t>
    </dgm:pt>
    <dgm:pt modelId="{6A59E9F2-5D3D-49FD-99A6-0446F0ADA317}" type="parTrans" cxnId="{91B8AAED-1FBE-4954-A0B1-93D54C1A2F95}">
      <dgm:prSet/>
      <dgm:spPr/>
      <dgm:t>
        <a:bodyPr/>
        <a:lstStyle/>
        <a:p>
          <a:endParaRPr lang="en-IN"/>
        </a:p>
      </dgm:t>
    </dgm:pt>
    <dgm:pt modelId="{D5C9798E-C299-4E64-92A9-A27141CFC3D8}" type="sibTrans" cxnId="{91B8AAED-1FBE-4954-A0B1-93D54C1A2F95}">
      <dgm:prSet/>
      <dgm:spPr/>
      <dgm:t>
        <a:bodyPr/>
        <a:lstStyle/>
        <a:p>
          <a:endParaRPr lang="en-IN"/>
        </a:p>
      </dgm:t>
    </dgm:pt>
    <dgm:pt modelId="{AFB7512E-6062-436E-94CA-92ED5F0FB503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  <a:endParaRPr lang="en-IN" sz="3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0040F7-5721-48ED-818B-E116C8E51228}" type="parTrans" cxnId="{C06EB777-53F1-4422-8B06-7C44E47B55D8}">
      <dgm:prSet/>
      <dgm:spPr/>
      <dgm:t>
        <a:bodyPr/>
        <a:lstStyle/>
        <a:p>
          <a:endParaRPr lang="en-IN"/>
        </a:p>
      </dgm:t>
    </dgm:pt>
    <dgm:pt modelId="{D2F349E8-2401-4F40-9D25-990631486FCC}" type="sibTrans" cxnId="{C06EB777-53F1-4422-8B06-7C44E47B55D8}">
      <dgm:prSet/>
      <dgm:spPr/>
      <dgm:t>
        <a:bodyPr/>
        <a:lstStyle/>
        <a:p>
          <a:endParaRPr lang="en-IN"/>
        </a:p>
      </dgm:t>
    </dgm:pt>
    <dgm:pt modelId="{7565596E-D927-449D-BC09-EA6BC3C4F599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Core PHP for Business Logic, MYSQL</a:t>
          </a:r>
          <a:endParaRPr lang="en-IN" dirty="0"/>
        </a:p>
      </dgm:t>
    </dgm:pt>
    <dgm:pt modelId="{831635AE-6F84-4B1D-AA90-EC04428B411B}" type="parTrans" cxnId="{99D2338F-9702-4BC4-B682-049874A16527}">
      <dgm:prSet/>
      <dgm:spPr/>
      <dgm:t>
        <a:bodyPr/>
        <a:lstStyle/>
        <a:p>
          <a:endParaRPr lang="en-IN"/>
        </a:p>
      </dgm:t>
    </dgm:pt>
    <dgm:pt modelId="{DDB9CA53-5A2E-4B1A-9A99-2AD772BD0CAF}" type="sibTrans" cxnId="{99D2338F-9702-4BC4-B682-049874A16527}">
      <dgm:prSet/>
      <dgm:spPr/>
      <dgm:t>
        <a:bodyPr/>
        <a:lstStyle/>
        <a:p>
          <a:endParaRPr lang="en-IN"/>
        </a:p>
      </dgm:t>
    </dgm:pt>
    <dgm:pt modelId="{8B49846E-91DE-4287-8BEC-F9F7C2A0277D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SQL JOIN Queries for room hotel mapping </a:t>
          </a:r>
          <a:endParaRPr lang="en-IN" dirty="0"/>
        </a:p>
      </dgm:t>
    </dgm:pt>
    <dgm:pt modelId="{0BCB9D7F-D2AC-46D8-ACD0-A0BFD52AB2C9}" type="parTrans" cxnId="{119ECE1F-920F-47FB-8C14-A99BC35C939D}">
      <dgm:prSet/>
      <dgm:spPr/>
      <dgm:t>
        <a:bodyPr/>
        <a:lstStyle/>
        <a:p>
          <a:endParaRPr lang="en-IN"/>
        </a:p>
      </dgm:t>
    </dgm:pt>
    <dgm:pt modelId="{6C906C52-A048-4EC8-9D40-7A49C11111AB}" type="sibTrans" cxnId="{119ECE1F-920F-47FB-8C14-A99BC35C939D}">
      <dgm:prSet/>
      <dgm:spPr/>
      <dgm:t>
        <a:bodyPr/>
        <a:lstStyle/>
        <a:p>
          <a:endParaRPr lang="en-IN"/>
        </a:p>
      </dgm:t>
    </dgm:pt>
    <dgm:pt modelId="{44B885E7-85C4-48B2-8517-EB13C1E5F18E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Server</a:t>
          </a:r>
          <a:endParaRPr lang="en-IN" sz="3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B81F10-D679-4079-A07F-01D4B3259F99}" type="parTrans" cxnId="{17D96E6E-A854-4CDB-A3D8-5BF109D7DE4C}">
      <dgm:prSet/>
      <dgm:spPr/>
      <dgm:t>
        <a:bodyPr/>
        <a:lstStyle/>
        <a:p>
          <a:endParaRPr lang="en-IN"/>
        </a:p>
      </dgm:t>
    </dgm:pt>
    <dgm:pt modelId="{00FF4D82-79A0-4CFC-B624-7FE450EB5017}" type="sibTrans" cxnId="{17D96E6E-A854-4CDB-A3D8-5BF109D7DE4C}">
      <dgm:prSet/>
      <dgm:spPr/>
      <dgm:t>
        <a:bodyPr/>
        <a:lstStyle/>
        <a:p>
          <a:endParaRPr lang="en-IN"/>
        </a:p>
      </dgm:t>
    </dgm:pt>
    <dgm:pt modelId="{44117ED2-0AC4-48C4-B90F-8D4FFD018533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XAMPP (Apache + MYSQL)</a:t>
          </a:r>
          <a:endParaRPr lang="en-IN" dirty="0"/>
        </a:p>
      </dgm:t>
    </dgm:pt>
    <dgm:pt modelId="{642F9EA5-241E-4D7F-8CAB-F3A50F6B3211}" type="parTrans" cxnId="{8A7DB3F4-E086-4C70-B589-2C77EFE5BBC6}">
      <dgm:prSet/>
      <dgm:spPr/>
      <dgm:t>
        <a:bodyPr/>
        <a:lstStyle/>
        <a:p>
          <a:endParaRPr lang="en-IN"/>
        </a:p>
      </dgm:t>
    </dgm:pt>
    <dgm:pt modelId="{D0ABA19E-F962-4CCD-92CD-0ACB86C4C0D9}" type="sibTrans" cxnId="{8A7DB3F4-E086-4C70-B589-2C77EFE5BBC6}">
      <dgm:prSet/>
      <dgm:spPr/>
      <dgm:t>
        <a:bodyPr/>
        <a:lstStyle/>
        <a:p>
          <a:endParaRPr lang="en-IN"/>
        </a:p>
      </dgm:t>
    </dgm:pt>
    <dgm:pt modelId="{6B6A14BE-2B32-400B-A1F7-0615C199B0C6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Browser</a:t>
          </a:r>
          <a:r>
            <a:rPr lang="en-US" baseline="0" dirty="0"/>
            <a:t> based UI testing</a:t>
          </a:r>
          <a:endParaRPr lang="en-IN" dirty="0"/>
        </a:p>
      </dgm:t>
    </dgm:pt>
    <dgm:pt modelId="{24679181-507A-4618-95EB-9FC4B576C75E}" type="parTrans" cxnId="{0C1197B9-642A-4271-B203-E49512AC7F8F}">
      <dgm:prSet/>
      <dgm:spPr/>
      <dgm:t>
        <a:bodyPr/>
        <a:lstStyle/>
        <a:p>
          <a:endParaRPr lang="en-IN"/>
        </a:p>
      </dgm:t>
    </dgm:pt>
    <dgm:pt modelId="{7E8379C5-B89C-42B4-9F9C-932CE0175ABF}" type="sibTrans" cxnId="{0C1197B9-642A-4271-B203-E49512AC7F8F}">
      <dgm:prSet/>
      <dgm:spPr/>
      <dgm:t>
        <a:bodyPr/>
        <a:lstStyle/>
        <a:p>
          <a:endParaRPr lang="en-IN"/>
        </a:p>
      </dgm:t>
    </dgm:pt>
    <dgm:pt modelId="{D4A6AA3B-E304-4286-997E-5C0413B25562}" type="pres">
      <dgm:prSet presAssocID="{EA423ACD-74DC-407E-9C73-5D63C481EA4B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6F0AFBE-5AC6-4AE5-B0BD-613971A565CE}" type="pres">
      <dgm:prSet presAssocID="{17D9AB7A-36F2-42AE-9221-43F681A77C09}" presName="horFlow" presStyleCnt="0"/>
      <dgm:spPr/>
    </dgm:pt>
    <dgm:pt modelId="{2611A448-E269-4544-ADAD-A2C1A13CF978}" type="pres">
      <dgm:prSet presAssocID="{17D9AB7A-36F2-42AE-9221-43F681A77C09}" presName="bigChev" presStyleLbl="node1" presStyleIdx="0" presStyleCnt="3" custScaleY="84837"/>
      <dgm:spPr/>
    </dgm:pt>
    <dgm:pt modelId="{3195EE73-D11D-419D-8CEE-CD6F4BB7A4DD}" type="pres">
      <dgm:prSet presAssocID="{7F558FE6-E82B-4809-BEA0-611A6A65A427}" presName="parTrans" presStyleCnt="0"/>
      <dgm:spPr/>
    </dgm:pt>
    <dgm:pt modelId="{630B763E-77E8-4B55-9E45-D5536DCA88E7}" type="pres">
      <dgm:prSet presAssocID="{6406CC76-F3DA-41A7-95AC-CC6B05C110E4}" presName="node" presStyleLbl="alignAccFollowNode1" presStyleIdx="0" presStyleCnt="6">
        <dgm:presLayoutVars>
          <dgm:bulletEnabled val="1"/>
        </dgm:presLayoutVars>
      </dgm:prSet>
      <dgm:spPr/>
    </dgm:pt>
    <dgm:pt modelId="{6F372A4F-14A8-4F45-8920-189E4721CF10}" type="pres">
      <dgm:prSet presAssocID="{80AD35F1-4762-414F-8C8A-EE6F21ABF512}" presName="sibTrans" presStyleCnt="0"/>
      <dgm:spPr/>
    </dgm:pt>
    <dgm:pt modelId="{6B6B5086-DE6B-4D32-A070-6AFFCF89D3BC}" type="pres">
      <dgm:prSet presAssocID="{6BCB7500-0704-49CA-A419-9ADBF6DAFF5C}" presName="node" presStyleLbl="alignAccFollowNode1" presStyleIdx="1" presStyleCnt="6">
        <dgm:presLayoutVars>
          <dgm:bulletEnabled val="1"/>
        </dgm:presLayoutVars>
      </dgm:prSet>
      <dgm:spPr/>
    </dgm:pt>
    <dgm:pt modelId="{0FAAEBF0-99C4-4116-95CB-DFF45AE30489}" type="pres">
      <dgm:prSet presAssocID="{17D9AB7A-36F2-42AE-9221-43F681A77C09}" presName="vSp" presStyleCnt="0"/>
      <dgm:spPr/>
    </dgm:pt>
    <dgm:pt modelId="{3AD0AA97-FD2F-44D0-89F6-6BF2F571A2D4}" type="pres">
      <dgm:prSet presAssocID="{AFB7512E-6062-436E-94CA-92ED5F0FB503}" presName="horFlow" presStyleCnt="0"/>
      <dgm:spPr/>
    </dgm:pt>
    <dgm:pt modelId="{CF235C3A-07E8-45A8-A623-EC3C415EE0E0}" type="pres">
      <dgm:prSet presAssocID="{AFB7512E-6062-436E-94CA-92ED5F0FB503}" presName="bigChev" presStyleLbl="node1" presStyleIdx="1" presStyleCnt="3" custScaleY="85229"/>
      <dgm:spPr/>
    </dgm:pt>
    <dgm:pt modelId="{1581E1FC-4120-4BE1-83DC-1440ACF26E9D}" type="pres">
      <dgm:prSet presAssocID="{831635AE-6F84-4B1D-AA90-EC04428B411B}" presName="parTrans" presStyleCnt="0"/>
      <dgm:spPr/>
    </dgm:pt>
    <dgm:pt modelId="{BCFF058A-4AC4-4971-A271-D3A16EEE2530}" type="pres">
      <dgm:prSet presAssocID="{7565596E-D927-449D-BC09-EA6BC3C4F599}" presName="node" presStyleLbl="alignAccFollowNode1" presStyleIdx="2" presStyleCnt="6">
        <dgm:presLayoutVars>
          <dgm:bulletEnabled val="1"/>
        </dgm:presLayoutVars>
      </dgm:prSet>
      <dgm:spPr/>
    </dgm:pt>
    <dgm:pt modelId="{59F08669-4DE1-4662-9457-4BAD5D142E86}" type="pres">
      <dgm:prSet presAssocID="{DDB9CA53-5A2E-4B1A-9A99-2AD772BD0CAF}" presName="sibTrans" presStyleCnt="0"/>
      <dgm:spPr/>
    </dgm:pt>
    <dgm:pt modelId="{4B25C6A5-0257-405C-8885-EFA1489A9B9F}" type="pres">
      <dgm:prSet presAssocID="{8B49846E-91DE-4287-8BEC-F9F7C2A0277D}" presName="node" presStyleLbl="alignAccFollowNode1" presStyleIdx="3" presStyleCnt="6">
        <dgm:presLayoutVars>
          <dgm:bulletEnabled val="1"/>
        </dgm:presLayoutVars>
      </dgm:prSet>
      <dgm:spPr/>
    </dgm:pt>
    <dgm:pt modelId="{A3AC92C8-0106-4D00-8C17-758CC27B7EB4}" type="pres">
      <dgm:prSet presAssocID="{AFB7512E-6062-436E-94CA-92ED5F0FB503}" presName="vSp" presStyleCnt="0"/>
      <dgm:spPr/>
    </dgm:pt>
    <dgm:pt modelId="{4E87BA4A-55F6-4F36-A832-7A712DCE5409}" type="pres">
      <dgm:prSet presAssocID="{44B885E7-85C4-48B2-8517-EB13C1E5F18E}" presName="horFlow" presStyleCnt="0"/>
      <dgm:spPr/>
    </dgm:pt>
    <dgm:pt modelId="{A1AC4DEE-2AFC-4E12-A178-B00B8CD41EE0}" type="pres">
      <dgm:prSet presAssocID="{44B885E7-85C4-48B2-8517-EB13C1E5F18E}" presName="bigChev" presStyleLbl="node1" presStyleIdx="2" presStyleCnt="3" custScaleY="87667"/>
      <dgm:spPr/>
    </dgm:pt>
    <dgm:pt modelId="{D48F9068-DA2C-47A9-899B-23EF9BFEAF0C}" type="pres">
      <dgm:prSet presAssocID="{642F9EA5-241E-4D7F-8CAB-F3A50F6B3211}" presName="parTrans" presStyleCnt="0"/>
      <dgm:spPr/>
    </dgm:pt>
    <dgm:pt modelId="{1E1A12A9-A818-4807-8F10-165FFC766CA4}" type="pres">
      <dgm:prSet presAssocID="{44117ED2-0AC4-48C4-B90F-8D4FFD018533}" presName="node" presStyleLbl="alignAccFollowNode1" presStyleIdx="4" presStyleCnt="6">
        <dgm:presLayoutVars>
          <dgm:bulletEnabled val="1"/>
        </dgm:presLayoutVars>
      </dgm:prSet>
      <dgm:spPr/>
    </dgm:pt>
    <dgm:pt modelId="{C21E43D3-1C38-4F1B-AD93-814D6879B601}" type="pres">
      <dgm:prSet presAssocID="{D0ABA19E-F962-4CCD-92CD-0ACB86C4C0D9}" presName="sibTrans" presStyleCnt="0"/>
      <dgm:spPr/>
    </dgm:pt>
    <dgm:pt modelId="{7FBB2916-80DC-41A5-BC45-DB7629952C0F}" type="pres">
      <dgm:prSet presAssocID="{6B6A14BE-2B32-400B-A1F7-0615C199B0C6}" presName="node" presStyleLbl="alignAccFollowNode1" presStyleIdx="5" presStyleCnt="6">
        <dgm:presLayoutVars>
          <dgm:bulletEnabled val="1"/>
        </dgm:presLayoutVars>
      </dgm:prSet>
      <dgm:spPr/>
    </dgm:pt>
  </dgm:ptLst>
  <dgm:cxnLst>
    <dgm:cxn modelId="{B28D8205-ED57-4ED0-8733-4F5897FEF404}" type="presOf" srcId="{6B6A14BE-2B32-400B-A1F7-0615C199B0C6}" destId="{7FBB2916-80DC-41A5-BC45-DB7629952C0F}" srcOrd="0" destOrd="0" presId="urn:microsoft.com/office/officeart/2005/8/layout/lProcess3"/>
    <dgm:cxn modelId="{D3285A07-48A2-4CA6-A533-2BE9D202896F}" type="presOf" srcId="{8B49846E-91DE-4287-8BEC-F9F7C2A0277D}" destId="{4B25C6A5-0257-405C-8885-EFA1489A9B9F}" srcOrd="0" destOrd="0" presId="urn:microsoft.com/office/officeart/2005/8/layout/lProcess3"/>
    <dgm:cxn modelId="{98638009-582E-4196-B89D-6363DAC98E97}" type="presOf" srcId="{17D9AB7A-36F2-42AE-9221-43F681A77C09}" destId="{2611A448-E269-4544-ADAD-A2C1A13CF978}" srcOrd="0" destOrd="0" presId="urn:microsoft.com/office/officeart/2005/8/layout/lProcess3"/>
    <dgm:cxn modelId="{E8B8BB11-4430-4E31-9246-A966682CCD77}" type="presOf" srcId="{6406CC76-F3DA-41A7-95AC-CC6B05C110E4}" destId="{630B763E-77E8-4B55-9E45-D5536DCA88E7}" srcOrd="0" destOrd="0" presId="urn:microsoft.com/office/officeart/2005/8/layout/lProcess3"/>
    <dgm:cxn modelId="{EC273319-32F4-4155-9D0A-589F5F7467A3}" type="presOf" srcId="{EA423ACD-74DC-407E-9C73-5D63C481EA4B}" destId="{D4A6AA3B-E304-4286-997E-5C0413B25562}" srcOrd="0" destOrd="0" presId="urn:microsoft.com/office/officeart/2005/8/layout/lProcess3"/>
    <dgm:cxn modelId="{6A8AF31D-3226-48B3-B8AE-556FDC2D5653}" type="presOf" srcId="{7565596E-D927-449D-BC09-EA6BC3C4F599}" destId="{BCFF058A-4AC4-4971-A271-D3A16EEE2530}" srcOrd="0" destOrd="0" presId="urn:microsoft.com/office/officeart/2005/8/layout/lProcess3"/>
    <dgm:cxn modelId="{6721451F-8513-4975-BAB5-D0BE8290007D}" type="presOf" srcId="{44B885E7-85C4-48B2-8517-EB13C1E5F18E}" destId="{A1AC4DEE-2AFC-4E12-A178-B00B8CD41EE0}" srcOrd="0" destOrd="0" presId="urn:microsoft.com/office/officeart/2005/8/layout/lProcess3"/>
    <dgm:cxn modelId="{119ECE1F-920F-47FB-8C14-A99BC35C939D}" srcId="{AFB7512E-6062-436E-94CA-92ED5F0FB503}" destId="{8B49846E-91DE-4287-8BEC-F9F7C2A0277D}" srcOrd="1" destOrd="0" parTransId="{0BCB9D7F-D2AC-46D8-ACD0-A0BFD52AB2C9}" sibTransId="{6C906C52-A048-4EC8-9D40-7A49C11111AB}"/>
    <dgm:cxn modelId="{0FB5F734-527D-4D56-AD09-2FD9FB231138}" type="presOf" srcId="{AFB7512E-6062-436E-94CA-92ED5F0FB503}" destId="{CF235C3A-07E8-45A8-A623-EC3C415EE0E0}" srcOrd="0" destOrd="0" presId="urn:microsoft.com/office/officeart/2005/8/layout/lProcess3"/>
    <dgm:cxn modelId="{F0806346-BF91-4BF3-9FE4-6F4B50538A55}" type="presOf" srcId="{6BCB7500-0704-49CA-A419-9ADBF6DAFF5C}" destId="{6B6B5086-DE6B-4D32-A070-6AFFCF89D3BC}" srcOrd="0" destOrd="0" presId="urn:microsoft.com/office/officeart/2005/8/layout/lProcess3"/>
    <dgm:cxn modelId="{59BBBE49-27E9-4FA7-B805-6A848D13D001}" type="presOf" srcId="{44117ED2-0AC4-48C4-B90F-8D4FFD018533}" destId="{1E1A12A9-A818-4807-8F10-165FFC766CA4}" srcOrd="0" destOrd="0" presId="urn:microsoft.com/office/officeart/2005/8/layout/lProcess3"/>
    <dgm:cxn modelId="{17D96E6E-A854-4CDB-A3D8-5BF109D7DE4C}" srcId="{EA423ACD-74DC-407E-9C73-5D63C481EA4B}" destId="{44B885E7-85C4-48B2-8517-EB13C1E5F18E}" srcOrd="2" destOrd="0" parTransId="{DBB81F10-D679-4079-A07F-01D4B3259F99}" sibTransId="{00FF4D82-79A0-4CFC-B624-7FE450EB5017}"/>
    <dgm:cxn modelId="{DB38EC76-67E3-4D54-B8ED-155FE860127F}" srcId="{17D9AB7A-36F2-42AE-9221-43F681A77C09}" destId="{6406CC76-F3DA-41A7-95AC-CC6B05C110E4}" srcOrd="0" destOrd="0" parTransId="{7F558FE6-E82B-4809-BEA0-611A6A65A427}" sibTransId="{80AD35F1-4762-414F-8C8A-EE6F21ABF512}"/>
    <dgm:cxn modelId="{C06EB777-53F1-4422-8B06-7C44E47B55D8}" srcId="{EA423ACD-74DC-407E-9C73-5D63C481EA4B}" destId="{AFB7512E-6062-436E-94CA-92ED5F0FB503}" srcOrd="1" destOrd="0" parTransId="{5D0040F7-5721-48ED-818B-E116C8E51228}" sibTransId="{D2F349E8-2401-4F40-9D25-990631486FCC}"/>
    <dgm:cxn modelId="{99D2338F-9702-4BC4-B682-049874A16527}" srcId="{AFB7512E-6062-436E-94CA-92ED5F0FB503}" destId="{7565596E-D927-449D-BC09-EA6BC3C4F599}" srcOrd="0" destOrd="0" parTransId="{831635AE-6F84-4B1D-AA90-EC04428B411B}" sibTransId="{DDB9CA53-5A2E-4B1A-9A99-2AD772BD0CAF}"/>
    <dgm:cxn modelId="{0C1197B9-642A-4271-B203-E49512AC7F8F}" srcId="{44B885E7-85C4-48B2-8517-EB13C1E5F18E}" destId="{6B6A14BE-2B32-400B-A1F7-0615C199B0C6}" srcOrd="1" destOrd="0" parTransId="{24679181-507A-4618-95EB-9FC4B576C75E}" sibTransId="{7E8379C5-B89C-42B4-9F9C-932CE0175ABF}"/>
    <dgm:cxn modelId="{EBD925CF-6416-4C35-8E3F-106FB2D82D7B}" srcId="{EA423ACD-74DC-407E-9C73-5D63C481EA4B}" destId="{17D9AB7A-36F2-42AE-9221-43F681A77C09}" srcOrd="0" destOrd="0" parTransId="{E76B9DFB-29CC-4C37-B7D2-C6D8D6077B7C}" sibTransId="{4893C57D-5065-4B73-A862-6B2D78710F28}"/>
    <dgm:cxn modelId="{91B8AAED-1FBE-4954-A0B1-93D54C1A2F95}" srcId="{17D9AB7A-36F2-42AE-9221-43F681A77C09}" destId="{6BCB7500-0704-49CA-A419-9ADBF6DAFF5C}" srcOrd="1" destOrd="0" parTransId="{6A59E9F2-5D3D-49FD-99A6-0446F0ADA317}" sibTransId="{D5C9798E-C299-4E64-92A9-A27141CFC3D8}"/>
    <dgm:cxn modelId="{8A7DB3F4-E086-4C70-B589-2C77EFE5BBC6}" srcId="{44B885E7-85C4-48B2-8517-EB13C1E5F18E}" destId="{44117ED2-0AC4-48C4-B90F-8D4FFD018533}" srcOrd="0" destOrd="0" parTransId="{642F9EA5-241E-4D7F-8CAB-F3A50F6B3211}" sibTransId="{D0ABA19E-F962-4CCD-92CD-0ACB86C4C0D9}"/>
    <dgm:cxn modelId="{15BC1B01-4571-4842-899E-3C3A3C720083}" type="presParOf" srcId="{D4A6AA3B-E304-4286-997E-5C0413B25562}" destId="{66F0AFBE-5AC6-4AE5-B0BD-613971A565CE}" srcOrd="0" destOrd="0" presId="urn:microsoft.com/office/officeart/2005/8/layout/lProcess3"/>
    <dgm:cxn modelId="{1F1C1278-61A9-4131-8AEE-3A177F4E10A9}" type="presParOf" srcId="{66F0AFBE-5AC6-4AE5-B0BD-613971A565CE}" destId="{2611A448-E269-4544-ADAD-A2C1A13CF978}" srcOrd="0" destOrd="0" presId="urn:microsoft.com/office/officeart/2005/8/layout/lProcess3"/>
    <dgm:cxn modelId="{EFCCCCF6-9749-4596-83C1-6AAEE6EA7EB7}" type="presParOf" srcId="{66F0AFBE-5AC6-4AE5-B0BD-613971A565CE}" destId="{3195EE73-D11D-419D-8CEE-CD6F4BB7A4DD}" srcOrd="1" destOrd="0" presId="urn:microsoft.com/office/officeart/2005/8/layout/lProcess3"/>
    <dgm:cxn modelId="{55136A07-6AB9-4B8C-82F1-475F23953ECF}" type="presParOf" srcId="{66F0AFBE-5AC6-4AE5-B0BD-613971A565CE}" destId="{630B763E-77E8-4B55-9E45-D5536DCA88E7}" srcOrd="2" destOrd="0" presId="urn:microsoft.com/office/officeart/2005/8/layout/lProcess3"/>
    <dgm:cxn modelId="{061C785D-2D87-4F9E-8381-D41156308913}" type="presParOf" srcId="{66F0AFBE-5AC6-4AE5-B0BD-613971A565CE}" destId="{6F372A4F-14A8-4F45-8920-189E4721CF10}" srcOrd="3" destOrd="0" presId="urn:microsoft.com/office/officeart/2005/8/layout/lProcess3"/>
    <dgm:cxn modelId="{DB8F4653-8BF3-4E08-8556-C713947B9D86}" type="presParOf" srcId="{66F0AFBE-5AC6-4AE5-B0BD-613971A565CE}" destId="{6B6B5086-DE6B-4D32-A070-6AFFCF89D3BC}" srcOrd="4" destOrd="0" presId="urn:microsoft.com/office/officeart/2005/8/layout/lProcess3"/>
    <dgm:cxn modelId="{80F0F774-0175-42F4-8DC4-596340C5561C}" type="presParOf" srcId="{D4A6AA3B-E304-4286-997E-5C0413B25562}" destId="{0FAAEBF0-99C4-4116-95CB-DFF45AE30489}" srcOrd="1" destOrd="0" presId="urn:microsoft.com/office/officeart/2005/8/layout/lProcess3"/>
    <dgm:cxn modelId="{861A4223-46E2-4A8E-9681-EFC7670FD342}" type="presParOf" srcId="{D4A6AA3B-E304-4286-997E-5C0413B25562}" destId="{3AD0AA97-FD2F-44D0-89F6-6BF2F571A2D4}" srcOrd="2" destOrd="0" presId="urn:microsoft.com/office/officeart/2005/8/layout/lProcess3"/>
    <dgm:cxn modelId="{8BED42CD-7FFF-4817-9269-0AF4EFBC4A56}" type="presParOf" srcId="{3AD0AA97-FD2F-44D0-89F6-6BF2F571A2D4}" destId="{CF235C3A-07E8-45A8-A623-EC3C415EE0E0}" srcOrd="0" destOrd="0" presId="urn:microsoft.com/office/officeart/2005/8/layout/lProcess3"/>
    <dgm:cxn modelId="{579FF4F8-672E-4F7C-A84A-44AACAB5A858}" type="presParOf" srcId="{3AD0AA97-FD2F-44D0-89F6-6BF2F571A2D4}" destId="{1581E1FC-4120-4BE1-83DC-1440ACF26E9D}" srcOrd="1" destOrd="0" presId="urn:microsoft.com/office/officeart/2005/8/layout/lProcess3"/>
    <dgm:cxn modelId="{80A1602A-3DD3-47E2-B898-B7BE4152E07F}" type="presParOf" srcId="{3AD0AA97-FD2F-44D0-89F6-6BF2F571A2D4}" destId="{BCFF058A-4AC4-4971-A271-D3A16EEE2530}" srcOrd="2" destOrd="0" presId="urn:microsoft.com/office/officeart/2005/8/layout/lProcess3"/>
    <dgm:cxn modelId="{91F2C08B-3FB2-45E5-8138-C224E42CD637}" type="presParOf" srcId="{3AD0AA97-FD2F-44D0-89F6-6BF2F571A2D4}" destId="{59F08669-4DE1-4662-9457-4BAD5D142E86}" srcOrd="3" destOrd="0" presId="urn:microsoft.com/office/officeart/2005/8/layout/lProcess3"/>
    <dgm:cxn modelId="{56B663A9-0C08-4475-9BF8-10A3A7139748}" type="presParOf" srcId="{3AD0AA97-FD2F-44D0-89F6-6BF2F571A2D4}" destId="{4B25C6A5-0257-405C-8885-EFA1489A9B9F}" srcOrd="4" destOrd="0" presId="urn:microsoft.com/office/officeart/2005/8/layout/lProcess3"/>
    <dgm:cxn modelId="{49011855-A627-4771-82D8-F5B6A8D0A05B}" type="presParOf" srcId="{D4A6AA3B-E304-4286-997E-5C0413B25562}" destId="{A3AC92C8-0106-4D00-8C17-758CC27B7EB4}" srcOrd="3" destOrd="0" presId="urn:microsoft.com/office/officeart/2005/8/layout/lProcess3"/>
    <dgm:cxn modelId="{8C3909DA-CC0D-4950-876D-CF427E9937FA}" type="presParOf" srcId="{D4A6AA3B-E304-4286-997E-5C0413B25562}" destId="{4E87BA4A-55F6-4F36-A832-7A712DCE5409}" srcOrd="4" destOrd="0" presId="urn:microsoft.com/office/officeart/2005/8/layout/lProcess3"/>
    <dgm:cxn modelId="{EE110218-1CB8-4DCE-9550-BBF750F99AB2}" type="presParOf" srcId="{4E87BA4A-55F6-4F36-A832-7A712DCE5409}" destId="{A1AC4DEE-2AFC-4E12-A178-B00B8CD41EE0}" srcOrd="0" destOrd="0" presId="urn:microsoft.com/office/officeart/2005/8/layout/lProcess3"/>
    <dgm:cxn modelId="{05E5D8FF-697A-49A2-811C-6CE8B799E79A}" type="presParOf" srcId="{4E87BA4A-55F6-4F36-A832-7A712DCE5409}" destId="{D48F9068-DA2C-47A9-899B-23EF9BFEAF0C}" srcOrd="1" destOrd="0" presId="urn:microsoft.com/office/officeart/2005/8/layout/lProcess3"/>
    <dgm:cxn modelId="{175F9871-8FBE-48CC-93EB-2F2880980F27}" type="presParOf" srcId="{4E87BA4A-55F6-4F36-A832-7A712DCE5409}" destId="{1E1A12A9-A818-4807-8F10-165FFC766CA4}" srcOrd="2" destOrd="0" presId="urn:microsoft.com/office/officeart/2005/8/layout/lProcess3"/>
    <dgm:cxn modelId="{151B7DA5-A975-44C6-AFC5-324CE9A154C4}" type="presParOf" srcId="{4E87BA4A-55F6-4F36-A832-7A712DCE5409}" destId="{C21E43D3-1C38-4F1B-AD93-814D6879B601}" srcOrd="3" destOrd="0" presId="urn:microsoft.com/office/officeart/2005/8/layout/lProcess3"/>
    <dgm:cxn modelId="{44025C29-A28D-4278-8E10-67EEC04B1B90}" type="presParOf" srcId="{4E87BA4A-55F6-4F36-A832-7A712DCE5409}" destId="{7FBB2916-80DC-41A5-BC45-DB7629952C0F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C8B0C-71E2-4CB1-B11D-90FDD52C6E60}">
      <dsp:nvSpPr>
        <dsp:cNvPr id="0" name=""/>
        <dsp:cNvSpPr/>
      </dsp:nvSpPr>
      <dsp:spPr>
        <a:xfrm>
          <a:off x="0" y="0"/>
          <a:ext cx="11416665" cy="1169334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00266" y="0"/>
        <a:ext cx="9016398" cy="1169334"/>
      </dsp:txXfrm>
    </dsp:sp>
    <dsp:sp modelId="{F277230A-830C-4266-A129-3380E9182DD4}">
      <dsp:nvSpPr>
        <dsp:cNvPr id="0" name=""/>
        <dsp:cNvSpPr/>
      </dsp:nvSpPr>
      <dsp:spPr>
        <a:xfrm>
          <a:off x="114102" y="138683"/>
          <a:ext cx="1744968" cy="9354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t="-12000" b="-1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5567C-B595-46A2-813C-94C17BC11169}">
      <dsp:nvSpPr>
        <dsp:cNvPr id="0" name=""/>
        <dsp:cNvSpPr/>
      </dsp:nvSpPr>
      <dsp:spPr>
        <a:xfrm>
          <a:off x="0" y="1286267"/>
          <a:ext cx="11416665" cy="1358626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200" kern="1200" dirty="0"/>
        </a:p>
      </dsp:txBody>
      <dsp:txXfrm>
        <a:off x="2400266" y="1286267"/>
        <a:ext cx="9016398" cy="1358626"/>
      </dsp:txXfrm>
    </dsp:sp>
    <dsp:sp modelId="{BF22E7F1-E3A8-443A-9039-E6355895D8D4}">
      <dsp:nvSpPr>
        <dsp:cNvPr id="0" name=""/>
        <dsp:cNvSpPr/>
      </dsp:nvSpPr>
      <dsp:spPr>
        <a:xfrm>
          <a:off x="114102" y="1500148"/>
          <a:ext cx="1630436" cy="9354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5000" b="-1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BDA9E-8CAA-4634-AED0-284D64EC942D}">
      <dsp:nvSpPr>
        <dsp:cNvPr id="0" name=""/>
        <dsp:cNvSpPr/>
      </dsp:nvSpPr>
      <dsp:spPr>
        <a:xfrm>
          <a:off x="0" y="2761827"/>
          <a:ext cx="11416665" cy="1169334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400" kern="1200" dirty="0"/>
        </a:p>
      </dsp:txBody>
      <dsp:txXfrm>
        <a:off x="2400266" y="2761827"/>
        <a:ext cx="9016398" cy="1169334"/>
      </dsp:txXfrm>
    </dsp:sp>
    <dsp:sp modelId="{371A6ECD-16EA-479A-8E7A-D8C4C2F20E21}">
      <dsp:nvSpPr>
        <dsp:cNvPr id="0" name=""/>
        <dsp:cNvSpPr/>
      </dsp:nvSpPr>
      <dsp:spPr>
        <a:xfrm>
          <a:off x="142735" y="2887619"/>
          <a:ext cx="1630436" cy="9354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t="-15000" b="-1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3070B-06BD-403C-986A-C1EBDF29ACC5}">
      <dsp:nvSpPr>
        <dsp:cNvPr id="0" name=""/>
        <dsp:cNvSpPr/>
      </dsp:nvSpPr>
      <dsp:spPr>
        <a:xfrm rot="10800000">
          <a:off x="2991169" y="0"/>
          <a:ext cx="10016885" cy="12534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729" tIns="80010" rIns="149352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</dsp:txBody>
      <dsp:txXfrm rot="10800000">
        <a:off x="3304527" y="0"/>
        <a:ext cx="9703527" cy="1253432"/>
      </dsp:txXfrm>
    </dsp:sp>
    <dsp:sp modelId="{91C2E223-7501-425D-904C-8C23067F92E9}">
      <dsp:nvSpPr>
        <dsp:cNvPr id="0" name=""/>
        <dsp:cNvSpPr/>
      </dsp:nvSpPr>
      <dsp:spPr>
        <a:xfrm>
          <a:off x="2209691" y="535"/>
          <a:ext cx="1253432" cy="125343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C2621-865C-41DB-88A7-408B1523F4A7}">
      <dsp:nvSpPr>
        <dsp:cNvPr id="0" name=""/>
        <dsp:cNvSpPr/>
      </dsp:nvSpPr>
      <dsp:spPr>
        <a:xfrm rot="10800000">
          <a:off x="2600360" y="1567326"/>
          <a:ext cx="10331616" cy="12534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729" tIns="80010" rIns="149352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913718" y="1567326"/>
        <a:ext cx="10018258" cy="1253432"/>
      </dsp:txXfrm>
    </dsp:sp>
    <dsp:sp modelId="{45691D10-5850-4279-9AC3-E2ACCD6AF2EE}">
      <dsp:nvSpPr>
        <dsp:cNvPr id="0" name=""/>
        <dsp:cNvSpPr/>
      </dsp:nvSpPr>
      <dsp:spPr>
        <a:xfrm>
          <a:off x="2131009" y="1567326"/>
          <a:ext cx="1253432" cy="125343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4A38-DCC5-41AF-9451-A84A073DC5D5}">
      <dsp:nvSpPr>
        <dsp:cNvPr id="0" name=""/>
        <dsp:cNvSpPr/>
      </dsp:nvSpPr>
      <dsp:spPr>
        <a:xfrm rot="10800000">
          <a:off x="2836408" y="3134653"/>
          <a:ext cx="10016885" cy="12534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729" tIns="80010" rIns="149352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3149766" y="3134653"/>
        <a:ext cx="9703527" cy="1253432"/>
      </dsp:txXfrm>
    </dsp:sp>
    <dsp:sp modelId="{E13EF3CB-F397-4C31-A3A6-28B8AE367224}">
      <dsp:nvSpPr>
        <dsp:cNvPr id="0" name=""/>
        <dsp:cNvSpPr/>
      </dsp:nvSpPr>
      <dsp:spPr>
        <a:xfrm>
          <a:off x="2209691" y="3134117"/>
          <a:ext cx="1253432" cy="125343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2808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1161"/>
        <a:ext cx="2737814" cy="864000"/>
      </dsp:txXfrm>
    </dsp:sp>
    <dsp:sp modelId="{B3FF68DC-3A17-4EFE-AF53-AA9B7B9EEBC9}">
      <dsp:nvSpPr>
        <dsp:cNvPr id="0" name=""/>
        <dsp:cNvSpPr/>
      </dsp:nvSpPr>
      <dsp:spPr>
        <a:xfrm>
          <a:off x="2808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Server side Logic for hotels, rooms, and booking management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structured navigation and modular admin workflows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865161"/>
        <a:ext cx="2737814" cy="2429325"/>
      </dsp:txXfrm>
    </dsp:sp>
    <dsp:sp modelId="{9A89F1A0-37EA-4558-A71C-A4937820A1AD}">
      <dsp:nvSpPr>
        <dsp:cNvPr id="0" name=""/>
        <dsp:cNvSpPr/>
      </dsp:nvSpPr>
      <dsp:spPr>
        <a:xfrm>
          <a:off x="3123917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CRUD Operations</a:t>
          </a:r>
          <a:endParaRPr lang="en-IN" sz="2200" b="1" kern="1200" dirty="0"/>
        </a:p>
      </dsp:txBody>
      <dsp:txXfrm>
        <a:off x="3123917" y="1161"/>
        <a:ext cx="2737814" cy="864000"/>
      </dsp:txXfrm>
    </dsp:sp>
    <dsp:sp modelId="{DCB601CA-EA1B-4863-93FB-5AA5CF06395C}">
      <dsp:nvSpPr>
        <dsp:cNvPr id="0" name=""/>
        <dsp:cNvSpPr/>
      </dsp:nvSpPr>
      <dsp:spPr>
        <a:xfrm>
          <a:off x="3123917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Admin can Create, Read, Update, Delete entries in all tables
Ensures data integrity and real-time updates in the system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23917" y="865161"/>
        <a:ext cx="2737814" cy="2429325"/>
      </dsp:txXfrm>
    </dsp:sp>
    <dsp:sp modelId="{1D3D9F5A-6297-40F7-A046-69FC6B4C8B93}">
      <dsp:nvSpPr>
        <dsp:cNvPr id="0" name=""/>
        <dsp:cNvSpPr/>
      </dsp:nvSpPr>
      <dsp:spPr>
        <a:xfrm>
          <a:off x="6245026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Admin Authentication</a:t>
          </a:r>
          <a:endParaRPr lang="en-IN" sz="2200" b="1" kern="1200" dirty="0"/>
        </a:p>
      </dsp:txBody>
      <dsp:txXfrm>
        <a:off x="6245026" y="1161"/>
        <a:ext cx="2737814" cy="864000"/>
      </dsp:txXfrm>
    </dsp:sp>
    <dsp:sp modelId="{556E3A85-459A-4442-A476-8D6BF55B0B02}">
      <dsp:nvSpPr>
        <dsp:cNvPr id="0" name=""/>
        <dsp:cNvSpPr/>
      </dsp:nvSpPr>
      <dsp:spPr>
        <a:xfrm>
          <a:off x="6245026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Secure login maintains admin session across pages
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unauthorized access to admin-only operations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45026" y="865161"/>
        <a:ext cx="2737814" cy="24293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33" y="5947"/>
          <a:ext cx="3252211" cy="112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Table</a:t>
          </a:r>
          <a:r>
            <a:rPr lang="en-US" sz="2200" b="1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Wise Data Management (MYSQL)</a:t>
          </a:r>
          <a:endParaRPr lang="en-IN" sz="22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" y="5947"/>
        <a:ext cx="3252211" cy="1123200"/>
      </dsp:txXfrm>
    </dsp:sp>
    <dsp:sp modelId="{B3FF68DC-3A17-4EFE-AF53-AA9B7B9EEBC9}">
      <dsp:nvSpPr>
        <dsp:cNvPr id="0" name=""/>
        <dsp:cNvSpPr/>
      </dsp:nvSpPr>
      <dsp:spPr>
        <a:xfrm>
          <a:off x="33" y="1129147"/>
          <a:ext cx="3252211" cy="1712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Separate tables for hotels, rooms, bookings, customers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organized storage and easy relational queries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" y="1129147"/>
        <a:ext cx="3252211" cy="1712880"/>
      </dsp:txXfrm>
    </dsp:sp>
    <dsp:sp modelId="{9A89F1A0-37EA-4558-A71C-A4937820A1AD}">
      <dsp:nvSpPr>
        <dsp:cNvPr id="0" name=""/>
        <dsp:cNvSpPr/>
      </dsp:nvSpPr>
      <dsp:spPr>
        <a:xfrm>
          <a:off x="3707554" y="5947"/>
          <a:ext cx="3252211" cy="112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</a:rPr>
            <a:t>Backend</a:t>
          </a:r>
          <a:r>
            <a:rPr lang="en-US" sz="2200" b="1" kern="1200" baseline="0" dirty="0">
              <a:solidFill>
                <a:schemeClr val="tx1"/>
              </a:solidFill>
            </a:rPr>
            <a:t> Validation &amp; Error Handling</a:t>
          </a:r>
          <a:endParaRPr lang="en-IN" sz="2200" b="1" kern="1200" dirty="0">
            <a:solidFill>
              <a:schemeClr val="tx1"/>
            </a:solidFill>
          </a:endParaRPr>
        </a:p>
      </dsp:txBody>
      <dsp:txXfrm>
        <a:off x="3707554" y="5947"/>
        <a:ext cx="3252211" cy="1123200"/>
      </dsp:txXfrm>
    </dsp:sp>
    <dsp:sp modelId="{DCB601CA-EA1B-4863-93FB-5AA5CF06395C}">
      <dsp:nvSpPr>
        <dsp:cNvPr id="0" name=""/>
        <dsp:cNvSpPr/>
      </dsp:nvSpPr>
      <dsp:spPr>
        <a:xfrm>
          <a:off x="3707554" y="1129147"/>
          <a:ext cx="3252211" cy="1712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duplicate entries, missing fields, or invalid operations
Maintains cleanliness and accuracy of the database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07554" y="1129147"/>
        <a:ext cx="3252211" cy="17128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2808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1161"/>
        <a:ext cx="2737814" cy="864000"/>
      </dsp:txXfrm>
    </dsp:sp>
    <dsp:sp modelId="{B3FF68DC-3A17-4EFE-AF53-AA9B7B9EEBC9}">
      <dsp:nvSpPr>
        <dsp:cNvPr id="0" name=""/>
        <dsp:cNvSpPr/>
      </dsp:nvSpPr>
      <dsp:spPr>
        <a:xfrm>
          <a:off x="2808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Displays cities, hotels, rooms Dynamically from the database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booking form submission and stores bookings securely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865161"/>
        <a:ext cx="2737814" cy="2429325"/>
      </dsp:txXfrm>
    </dsp:sp>
    <dsp:sp modelId="{9A89F1A0-37EA-4558-A71C-A4937820A1AD}">
      <dsp:nvSpPr>
        <dsp:cNvPr id="0" name=""/>
        <dsp:cNvSpPr/>
      </dsp:nvSpPr>
      <dsp:spPr>
        <a:xfrm>
          <a:off x="3123917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</a:rPr>
            <a:t>MYSQL</a:t>
          </a:r>
          <a:r>
            <a:rPr lang="en-US" sz="2200" b="1" kern="1200" baseline="0" dirty="0">
              <a:solidFill>
                <a:schemeClr val="tx1"/>
              </a:solidFill>
            </a:rPr>
            <a:t> for database Storage</a:t>
          </a:r>
          <a:endParaRPr lang="en-IN" sz="2200" b="1" kern="1200" dirty="0">
            <a:solidFill>
              <a:schemeClr val="tx1"/>
            </a:solidFill>
          </a:endParaRPr>
        </a:p>
      </dsp:txBody>
      <dsp:txXfrm>
        <a:off x="3123917" y="1161"/>
        <a:ext cx="2737814" cy="864000"/>
      </dsp:txXfrm>
    </dsp:sp>
    <dsp:sp modelId="{DCB601CA-EA1B-4863-93FB-5AA5CF06395C}">
      <dsp:nvSpPr>
        <dsp:cNvPr id="0" name=""/>
        <dsp:cNvSpPr/>
      </dsp:nvSpPr>
      <dsp:spPr>
        <a:xfrm>
          <a:off x="3123917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Stores user Account, hotels details, room data, and bookings.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Ensures smooth retrieval using optimized SELECT queries.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23917" y="865161"/>
        <a:ext cx="2737814" cy="2429325"/>
      </dsp:txXfrm>
    </dsp:sp>
    <dsp:sp modelId="{1D3D9F5A-6297-40F7-A046-69FC6B4C8B93}">
      <dsp:nvSpPr>
        <dsp:cNvPr id="0" name=""/>
        <dsp:cNvSpPr/>
      </dsp:nvSpPr>
      <dsp:spPr>
        <a:xfrm>
          <a:off x="6245026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</a:rPr>
            <a:t>HTML/CSS/ Bootstrap</a:t>
          </a:r>
          <a:endParaRPr lang="en-IN" sz="2200" b="1" kern="1200" dirty="0">
            <a:solidFill>
              <a:schemeClr val="tx1"/>
            </a:solidFill>
          </a:endParaRPr>
        </a:p>
      </dsp:txBody>
      <dsp:txXfrm>
        <a:off x="6245026" y="1161"/>
        <a:ext cx="2737814" cy="864000"/>
      </dsp:txXfrm>
    </dsp:sp>
    <dsp:sp modelId="{556E3A85-459A-4442-A476-8D6BF55B0B02}">
      <dsp:nvSpPr>
        <dsp:cNvPr id="0" name=""/>
        <dsp:cNvSpPr/>
      </dsp:nvSpPr>
      <dsp:spPr>
        <a:xfrm>
          <a:off x="6245026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responsive, user-friendly layout on all devices.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user experience with clean components like cards and forms.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45026" y="865161"/>
        <a:ext cx="2737814" cy="24293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35" y="18907"/>
          <a:ext cx="3417589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Sessions for authentication</a:t>
          </a:r>
        </a:p>
      </dsp:txBody>
      <dsp:txXfrm>
        <a:off x="35" y="18907"/>
        <a:ext cx="3417589" cy="921600"/>
      </dsp:txXfrm>
    </dsp:sp>
    <dsp:sp modelId="{B3FF68DC-3A17-4EFE-AF53-AA9B7B9EEBC9}">
      <dsp:nvSpPr>
        <dsp:cNvPr id="0" name=""/>
        <dsp:cNvSpPr/>
      </dsp:nvSpPr>
      <dsp:spPr>
        <a:xfrm>
          <a:off x="35" y="940507"/>
          <a:ext cx="3417589" cy="1888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Keeps</a:t>
          </a:r>
          <a:r>
            <a:rPr lang="en-US" sz="20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the user Logged in across pages like Home, Book Room, My bookings.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Personalized experience and secure access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" y="940507"/>
        <a:ext cx="3417589" cy="1888560"/>
      </dsp:txXfrm>
    </dsp:sp>
    <dsp:sp modelId="{9A89F1A0-37EA-4558-A71C-A4937820A1AD}">
      <dsp:nvSpPr>
        <dsp:cNvPr id="0" name=""/>
        <dsp:cNvSpPr/>
      </dsp:nvSpPr>
      <dsp:spPr>
        <a:xfrm>
          <a:off x="3896087" y="18907"/>
          <a:ext cx="3417589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tx1"/>
              </a:solidFill>
            </a:rPr>
            <a:t>SQL queries for data retrieval &amp; booking logic</a:t>
          </a:r>
        </a:p>
      </dsp:txBody>
      <dsp:txXfrm>
        <a:off x="3896087" y="18907"/>
        <a:ext cx="3417589" cy="921600"/>
      </dsp:txXfrm>
    </dsp:sp>
    <dsp:sp modelId="{DCB601CA-EA1B-4863-93FB-5AA5CF06395C}">
      <dsp:nvSpPr>
        <dsp:cNvPr id="0" name=""/>
        <dsp:cNvSpPr/>
      </dsp:nvSpPr>
      <dsp:spPr>
        <a:xfrm>
          <a:off x="3896087" y="940507"/>
          <a:ext cx="3417589" cy="1888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Fetches hotels based on selected city, room availability, and pricing.
Prevents double booking by checking room status before confirming.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96087" y="940507"/>
        <a:ext cx="3417589" cy="18885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11A448-E269-4544-ADAD-A2C1A13CF978}">
      <dsp:nvSpPr>
        <dsp:cNvPr id="0" name=""/>
        <dsp:cNvSpPr/>
      </dsp:nvSpPr>
      <dsp:spPr>
        <a:xfrm>
          <a:off x="2178" y="786064"/>
          <a:ext cx="3365499" cy="11420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  <a:endParaRPr lang="en-IN" sz="3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3216" y="786064"/>
        <a:ext cx="2223424" cy="1142075"/>
      </dsp:txXfrm>
    </dsp:sp>
    <dsp:sp modelId="{630B763E-77E8-4B55-9E45-D5536DCA88E7}">
      <dsp:nvSpPr>
        <dsp:cNvPr id="0" name=""/>
        <dsp:cNvSpPr/>
      </dsp:nvSpPr>
      <dsp:spPr>
        <a:xfrm>
          <a:off x="2930163" y="798429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HTML5, CSS3, Bootstrap5</a:t>
          </a:r>
          <a:endParaRPr lang="en-IN" sz="1900" kern="1200" dirty="0"/>
        </a:p>
      </dsp:txBody>
      <dsp:txXfrm>
        <a:off x="3488836" y="798429"/>
        <a:ext cx="1676019" cy="1117346"/>
      </dsp:txXfrm>
    </dsp:sp>
    <dsp:sp modelId="{6B6B5086-DE6B-4D32-A070-6AFFCF89D3BC}">
      <dsp:nvSpPr>
        <dsp:cNvPr id="0" name=""/>
        <dsp:cNvSpPr/>
      </dsp:nvSpPr>
      <dsp:spPr>
        <a:xfrm>
          <a:off x="5332456" y="798429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Responsive Card Layouts for hotels &amp; rooms</a:t>
          </a:r>
          <a:endParaRPr lang="en-IN" sz="1900" kern="1200" dirty="0"/>
        </a:p>
      </dsp:txBody>
      <dsp:txXfrm>
        <a:off x="5891129" y="798429"/>
        <a:ext cx="1676019" cy="1117346"/>
      </dsp:txXfrm>
    </dsp:sp>
    <dsp:sp modelId="{CF235C3A-07E8-45A8-A623-EC3C415EE0E0}">
      <dsp:nvSpPr>
        <dsp:cNvPr id="0" name=""/>
        <dsp:cNvSpPr/>
      </dsp:nvSpPr>
      <dsp:spPr>
        <a:xfrm>
          <a:off x="2178" y="2116608"/>
          <a:ext cx="3365499" cy="11473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  <a:endParaRPr lang="en-IN" sz="3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5854" y="2116608"/>
        <a:ext cx="2218147" cy="1147352"/>
      </dsp:txXfrm>
    </dsp:sp>
    <dsp:sp modelId="{BCFF058A-4AC4-4971-A271-D3A16EEE2530}">
      <dsp:nvSpPr>
        <dsp:cNvPr id="0" name=""/>
        <dsp:cNvSpPr/>
      </dsp:nvSpPr>
      <dsp:spPr>
        <a:xfrm>
          <a:off x="2930163" y="2131611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Core PHP for Business Logic, MYSQL</a:t>
          </a:r>
          <a:endParaRPr lang="en-IN" sz="1900" kern="1200" dirty="0"/>
        </a:p>
      </dsp:txBody>
      <dsp:txXfrm>
        <a:off x="3488836" y="2131611"/>
        <a:ext cx="1676019" cy="1117346"/>
      </dsp:txXfrm>
    </dsp:sp>
    <dsp:sp modelId="{4B25C6A5-0257-405C-8885-EFA1489A9B9F}">
      <dsp:nvSpPr>
        <dsp:cNvPr id="0" name=""/>
        <dsp:cNvSpPr/>
      </dsp:nvSpPr>
      <dsp:spPr>
        <a:xfrm>
          <a:off x="5332456" y="2131611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SQL JOIN Queries for room hotel mapping </a:t>
          </a:r>
          <a:endParaRPr lang="en-IN" sz="1900" kern="1200" dirty="0"/>
        </a:p>
      </dsp:txBody>
      <dsp:txXfrm>
        <a:off x="5891129" y="2131611"/>
        <a:ext cx="1676019" cy="1117346"/>
      </dsp:txXfrm>
    </dsp:sp>
    <dsp:sp modelId="{A1AC4DEE-2AFC-4E12-A178-B00B8CD41EE0}">
      <dsp:nvSpPr>
        <dsp:cNvPr id="0" name=""/>
        <dsp:cNvSpPr/>
      </dsp:nvSpPr>
      <dsp:spPr>
        <a:xfrm>
          <a:off x="2178" y="3452429"/>
          <a:ext cx="3365499" cy="118017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Server</a:t>
          </a:r>
          <a:endParaRPr lang="en-IN" sz="3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2265" y="3452429"/>
        <a:ext cx="2185326" cy="1180173"/>
      </dsp:txXfrm>
    </dsp:sp>
    <dsp:sp modelId="{1E1A12A9-A818-4807-8F10-165FFC766CA4}">
      <dsp:nvSpPr>
        <dsp:cNvPr id="0" name=""/>
        <dsp:cNvSpPr/>
      </dsp:nvSpPr>
      <dsp:spPr>
        <a:xfrm>
          <a:off x="2930163" y="3483842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XAMPP (Apache + MYSQL)</a:t>
          </a:r>
          <a:endParaRPr lang="en-IN" sz="1900" kern="1200" dirty="0"/>
        </a:p>
      </dsp:txBody>
      <dsp:txXfrm>
        <a:off x="3488836" y="3483842"/>
        <a:ext cx="1676019" cy="1117346"/>
      </dsp:txXfrm>
    </dsp:sp>
    <dsp:sp modelId="{7FBB2916-80DC-41A5-BC45-DB7629952C0F}">
      <dsp:nvSpPr>
        <dsp:cNvPr id="0" name=""/>
        <dsp:cNvSpPr/>
      </dsp:nvSpPr>
      <dsp:spPr>
        <a:xfrm>
          <a:off x="5332456" y="3483842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Browser</a:t>
          </a:r>
          <a:r>
            <a:rPr lang="en-US" sz="1900" kern="1200" baseline="0" dirty="0"/>
            <a:t> based UI testing</a:t>
          </a:r>
          <a:endParaRPr lang="en-IN" sz="1900" kern="1200" dirty="0"/>
        </a:p>
      </dsp:txBody>
      <dsp:txXfrm>
        <a:off x="5891129" y="3483842"/>
        <a:ext cx="1676019" cy="11173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80332-AD35-4521-AA49-EA4A8204A75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50267-6745-4084-AEE3-BCDD98FC4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03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04E6E-C1AD-44F9-9EF0-D879BBC0B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C50C2-8C57-4878-9466-6332629A8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B5341-121D-4964-9321-EC3D59B6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B917-62D1-4FC8-8569-EDC630DDE8EF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9FD72-B31A-42BE-8D48-A095FB72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89BEC-A79D-4206-8B3F-070A7745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75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1DFA-7A28-46E9-B80B-5EE12F6F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91EAE-B405-459B-9729-7F0FC0231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4D7CB-1FD4-4E93-8580-0FCFB41D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075E-35BA-4719-8233-15175B4FBD0A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7D342-5768-416D-AC5C-90BE6B48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01A8D-8977-4151-9683-FBAFB2B3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989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DDCD-BB9A-4C50-B50A-74C2AFF4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836FC-4706-43B5-BD66-85BF3342A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001A3-CE26-4831-87D5-72FC4433E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2C0F-3918-4B06-AD64-997600AAB640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5752-303C-40D9-AF94-3C0F4E17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9F99C-236C-473B-83A9-71094D73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70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5AAD-75FB-4C07-80B8-18D03C25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21728-FB48-4B5E-86B3-5DBF4EED5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F609F-592B-40E9-9280-2EC80538D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FA4ED-5F3C-4163-85B9-4CC6ECB2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CBE06-C7F7-4DB0-B51B-8A5047F19F41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E0CDC-3E87-4C3D-BB63-40E0EB97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0BC1E-8C22-4437-A7DB-F39417B5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61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78A5-1709-40CB-A89A-71AB4167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BA716-557F-4DA4-9E98-2DE1B3011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BB118-6EA3-4830-9DBD-7BCDEE809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BF804-FA03-40D1-A20A-BEFE10447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43840-F3A5-4260-99E8-DB2527B12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3C364-9BBB-441B-85A3-A0681EB0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D6E34-6482-40F1-99B6-8DED41AA72C9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71D21-6192-478A-929C-AC0F0F78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FBBDF-9371-4FDD-8203-18004FCD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67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C332C-E8E8-4FA2-8D41-8E08870C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1C071-36B7-4BCF-945A-67984B6DE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87897-C9A4-4F16-899D-739E8D761C9A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B4D23-C893-4690-A6B7-50248B89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0FE7D-C22A-4BE0-937A-11C3AD5D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85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EDEDE-95AF-42F7-B220-8AF4B2C68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5A7C-68A5-49BC-A8AC-ABC69EDAD0AB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CBBCB-D3F9-479F-9F88-727D94FF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DB017-61F0-46E3-BDB4-4F05C58E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54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CDA8-9F7C-4C57-9856-56B00013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88277-6B56-41BC-B116-5AFD2E1FE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2547A-E93D-4BFC-837F-F38EA030F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01914-A0E3-413C-A369-7B3027C9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E14B2-B26D-4E37-BDF3-A4AF3BEBDB16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E54AB-817C-4A92-984C-F111E005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89BEC-887E-4BF1-9881-7C410748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170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9702-89AC-4D5C-866E-D472494C5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52EE5-AC73-45B9-AD50-E33BE2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3EDA2-1D2D-494A-9680-71446DBA1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4C2D0-13E6-49DB-ABAB-0244FCC5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796C-A2B3-4438-8505-951A0C61A111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0E850-3218-4227-BCBF-463DE40F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0A368-138E-48DF-8207-1EA942E9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59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104C-01B6-4750-AE26-0FB18023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8D9AE-8246-4F1B-B3F8-E28DB003B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C49F2-EC50-4D3E-9AC5-BE06D3CB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B9CB-848F-4148-9D60-AEAA576139F5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7FE6B-06D1-4B68-B812-D20230CF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DBEC8-3DF6-4FA0-A016-27FBBC6BC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699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D0A7EA-60C3-4868-ACC2-C170AB693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CB31B-CE55-4412-BC51-DEB760FFC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E4738-F9F3-4E77-8F1E-8EA1A67E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D10A0-015C-4D4F-84C3-B7D9784AA1A6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D6AA9-C64A-4A27-BBA9-BA3766403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C73F1-2DE8-4B39-BEB6-1220C955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42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C2AEA5-08CF-47F2-97B9-5C373B329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7D72D-FB58-45F9-BD0F-5137E35AC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F3898-2B15-48F9-B168-7DDB517F34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7EC56-692C-466E-9116-EC539AEB1BBC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C5D90-F7DD-4BA5-94E8-A79F8ED17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E6BC6-2CCC-4008-82F5-2149E4C9F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516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hyperlink" Target="https://royalstayhotel.great-site.net/user/signin.ph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8" y="17660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E838D-34EB-4C16-A74E-BE7B974214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EC12FF-DC97-4104-A125-9878E5B6FF45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7B4C7-D55F-4CD1-BCD0-615B8E3C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CAPSTONE PROJECT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78A2E-7E97-40C0-B3C9-D07595207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93175E-D347-437F-90A4-D4FEF6D1EFE6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03E6E6-DC27-4859-9220-A3D46D460F5E}"/>
              </a:ext>
            </a:extLst>
          </p:cNvPr>
          <p:cNvSpPr/>
          <p:nvPr/>
        </p:nvSpPr>
        <p:spPr>
          <a:xfrm>
            <a:off x="6483059" y="3841076"/>
            <a:ext cx="6561136" cy="2345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NewRomanPS-BoldMT"/>
              </a:rPr>
              <a:t>Presented By:</a:t>
            </a:r>
            <a:endParaRPr lang="en-IN" sz="2000" b="1" dirty="0">
              <a:solidFill>
                <a:srgbClr val="C00000"/>
              </a:solidFill>
              <a:latin typeface="TimesNewRomanPS-BoldMT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K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.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Mrudhula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  [192372290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P . Harika [192311243]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C  . Sri Lakshmi [192311342]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N . Vishnu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sai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sri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 [192372039]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7449E7-92AE-40C3-A124-E9F9DED96302}"/>
              </a:ext>
            </a:extLst>
          </p:cNvPr>
          <p:cNvSpPr/>
          <p:nvPr/>
        </p:nvSpPr>
        <p:spPr>
          <a:xfrm>
            <a:off x="1611880" y="1747666"/>
            <a:ext cx="878441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/>
            <a:r>
              <a:rPr lang="en-US" sz="3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Hotel Booking And Guest Experience Management System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A49D7-1183-E5F5-B3AC-F8F6656A2E97}"/>
              </a:ext>
            </a:extLst>
          </p:cNvPr>
          <p:cNvSpPr txBox="1"/>
          <p:nvPr/>
        </p:nvSpPr>
        <p:spPr>
          <a:xfrm>
            <a:off x="1077118" y="4086808"/>
            <a:ext cx="3676262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TimesNewRomanPS-BoldMT"/>
              </a:rPr>
              <a:t>Supervisor: 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NewRomanPS-BoldMT"/>
              </a:rPr>
              <a:t>DR.SUDHAGAR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NewRomanPS-BoldMT"/>
              </a:rPr>
              <a:t>C</a:t>
            </a:r>
            <a:r>
              <a:rPr lang="en-IN" b="1" dirty="0">
                <a:latin typeface="TimesNewRomanPS-BoldMT"/>
              </a:rPr>
              <a:t>SA4305– Internet Programming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NewRomanPS-BoldMT"/>
              </a:rPr>
              <a:t>D</a:t>
            </a:r>
            <a:r>
              <a:rPr lang="en-IN" b="1" dirty="0">
                <a:latin typeface="TimesNewRomanPS-BoldMT"/>
              </a:rPr>
              <a:t>ate : 25-11-2025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DF498D24-73BE-4278-AE7A-58B64BC5B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26" y="1106785"/>
            <a:ext cx="10515600" cy="10255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 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11C5D79F-64C8-4ECE-84DD-7E7C434C0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2113745"/>
            <a:ext cx="5883275" cy="435133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                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endParaRPr lang="en-US" alt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EBB8C3-F4BC-4806-90FA-63C6D2732D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FA7D0FF-5A8D-48CC-A2CA-A3923A9F78D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3BF4F95-9BC4-4F06-87F6-AB0F1EDF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CAPSTONE PROJECT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E3D2CF-9309-46CD-9D51-532564F4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D1E6E8-5AAD-4DAF-AD41-FF9928ECCF5D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104" name="TextBox 1">
            <a:extLst>
              <a:ext uri="{FF2B5EF4-FFF2-40B4-BE49-F238E27FC236}">
                <a16:creationId xmlns:a16="http://schemas.microsoft.com/office/drawing/2014/main" id="{B6AF7058-D71A-4ADF-B436-4893BCE0E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475" y="1935460"/>
            <a:ext cx="5645150" cy="4420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Demo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lnSpc>
                <a:spcPct val="200000"/>
              </a:lnSpc>
            </a:pPr>
            <a:endParaRPr lang="en-IN" alt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0E117618-0F36-41E8-9741-7F5A74809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5063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B8491B-215C-4D8F-9A88-AB52DFFF3D38}"/>
              </a:ext>
            </a:extLst>
          </p:cNvPr>
          <p:cNvSpPr/>
          <p:nvPr/>
        </p:nvSpPr>
        <p:spPr>
          <a:xfrm>
            <a:off x="4431530" y="1238234"/>
            <a:ext cx="314252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4000" b="1" cap="none" spc="0" dirty="0">
              <a:ln w="0"/>
              <a:solidFill>
                <a:srgbClr val="C00000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6785B49-FDCA-4CC3-B3CD-062C0ADD97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0399999"/>
              </p:ext>
            </p:extLst>
          </p:nvPr>
        </p:nvGraphicFramePr>
        <p:xfrm>
          <a:off x="521811" y="2024266"/>
          <a:ext cx="11416665" cy="393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654763D-15C5-4487-8BFC-067E771CB0D7}"/>
              </a:ext>
            </a:extLst>
          </p:cNvPr>
          <p:cNvSpPr txBox="1"/>
          <p:nvPr/>
        </p:nvSpPr>
        <p:spPr>
          <a:xfrm>
            <a:off x="2420765" y="2216460"/>
            <a:ext cx="9538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hotel booking involves phone calls, paperwork, and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Guests face difficulty checking room availability in real-time.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93A7A-506B-423B-84E5-5F146558C297}"/>
              </a:ext>
            </a:extLst>
          </p:cNvPr>
          <p:cNvSpPr txBox="1"/>
          <p:nvPr/>
        </p:nvSpPr>
        <p:spPr>
          <a:xfrm>
            <a:off x="2420765" y="3536377"/>
            <a:ext cx="9918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reservation system simplifies the booking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browse rooms, check availability, and book instantly.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CF53F-B972-49C4-ADDA-C865EBD8C120}"/>
              </a:ext>
            </a:extLst>
          </p:cNvPr>
          <p:cNvSpPr txBox="1"/>
          <p:nvPr/>
        </p:nvSpPr>
        <p:spPr>
          <a:xfrm>
            <a:off x="2367691" y="4954574"/>
            <a:ext cx="97712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administrative load for hotel staff.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guest experience through automation &amp; web-based access.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B746725-D3AD-4C9A-8C5F-62BA24EDD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262" y="161004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0D13E-2E9E-BC7F-F9E4-3211458DC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6D77-9716-46C6-AB2A-70BFB4313FC6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9FE93-791C-F6CB-7DDD-870142FD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F8E09-96B6-256F-0B60-CAAE87DC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84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723597-415D-4181-93A8-5078C760B793}"/>
              </a:ext>
            </a:extLst>
          </p:cNvPr>
          <p:cNvSpPr/>
          <p:nvPr/>
        </p:nvSpPr>
        <p:spPr>
          <a:xfrm>
            <a:off x="3688069" y="1426935"/>
            <a:ext cx="436337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4FD8D7C-ACF4-4DB6-A9FE-EF51CB258C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8451178"/>
              </p:ext>
            </p:extLst>
          </p:nvPr>
        </p:nvGraphicFramePr>
        <p:xfrm>
          <a:off x="-1501481" y="2338322"/>
          <a:ext cx="15062986" cy="43880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49B3978C-EFF9-4399-B688-430DB0504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31" y="132067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636270-E158-467D-9AB2-1E85845BECC9}"/>
              </a:ext>
            </a:extLst>
          </p:cNvPr>
          <p:cNvSpPr txBox="1"/>
          <p:nvPr/>
        </p:nvSpPr>
        <p:spPr>
          <a:xfrm>
            <a:off x="2234150" y="2409703"/>
            <a:ext cx="9253000" cy="1047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hotel booking is time-consuming and involves manual effort.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system for real-time room availability.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1D727-07AD-4E6B-AA9B-99C93251027A}"/>
              </a:ext>
            </a:extLst>
          </p:cNvPr>
          <p:cNvSpPr txBox="1"/>
          <p:nvPr/>
        </p:nvSpPr>
        <p:spPr>
          <a:xfrm>
            <a:off x="2224724" y="3939713"/>
            <a:ext cx="8983746" cy="1055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record-keeping increases the chances of double booking.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 occurs due to outdated or incorrect booking logs.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1E536-3FD7-4ED8-BBFE-1F9239FCF17A}"/>
              </a:ext>
            </a:extLst>
          </p:cNvPr>
          <p:cNvSpPr txBox="1"/>
          <p:nvPr/>
        </p:nvSpPr>
        <p:spPr>
          <a:xfrm>
            <a:off x="1999712" y="5478058"/>
            <a:ext cx="9721876" cy="1055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Guests do not have an easy, self-service online platform to make bookings.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 require a secure, efficient, user-friendly online reservation portal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EF075B-4A3E-5859-579C-334D92CF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C010-F717-439D-B0A7-842DB7EEAAA6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CAF76-44D6-5793-DF88-089E9921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8721F-AF58-ECA4-1855-FFB5039A2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66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6A0DBAB6-AA8F-45D2-B97D-D86763C28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10756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9C1559-6F09-4123-A830-6E4FFAAC5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273473"/>
              </p:ext>
            </p:extLst>
          </p:nvPr>
        </p:nvGraphicFramePr>
        <p:xfrm>
          <a:off x="767941" y="1952819"/>
          <a:ext cx="10656118" cy="42869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2086">
                  <a:extLst>
                    <a:ext uri="{9D8B030D-6E8A-4147-A177-3AD203B41FA5}">
                      <a16:colId xmlns:a16="http://schemas.microsoft.com/office/drawing/2014/main" val="977538082"/>
                    </a:ext>
                  </a:extLst>
                </a:gridCol>
                <a:gridCol w="3170360">
                  <a:extLst>
                    <a:ext uri="{9D8B030D-6E8A-4147-A177-3AD203B41FA5}">
                      <a16:colId xmlns:a16="http://schemas.microsoft.com/office/drawing/2014/main" val="3743731453"/>
                    </a:ext>
                  </a:extLst>
                </a:gridCol>
                <a:gridCol w="2131224">
                  <a:extLst>
                    <a:ext uri="{9D8B030D-6E8A-4147-A177-3AD203B41FA5}">
                      <a16:colId xmlns:a16="http://schemas.microsoft.com/office/drawing/2014/main" val="3816301115"/>
                    </a:ext>
                  </a:extLst>
                </a:gridCol>
                <a:gridCol w="2131224">
                  <a:extLst>
                    <a:ext uri="{9D8B030D-6E8A-4147-A177-3AD203B41FA5}">
                      <a16:colId xmlns:a16="http://schemas.microsoft.com/office/drawing/2014/main" val="1146342557"/>
                    </a:ext>
                  </a:extLst>
                </a:gridCol>
                <a:gridCol w="2131224">
                  <a:extLst>
                    <a:ext uri="{9D8B030D-6E8A-4147-A177-3AD203B41FA5}">
                      <a16:colId xmlns:a16="http://schemas.microsoft.com/office/drawing/2014/main" val="2069695920"/>
                    </a:ext>
                  </a:extLst>
                </a:gridCol>
              </a:tblGrid>
              <a:tr h="83906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JOURNAL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/ METHODOLOGY</a:t>
                      </a:r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 ADVANTAGES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994977"/>
                  </a:ext>
                </a:extLst>
              </a:tr>
              <a:tr h="1239241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Basheer et al. (2025). Online Hotel Reservations &amp; Guest Satisfaction in Kashmir.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analysis; UX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user satisfaction insights; helps improve UI/UX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Region-specific; not technical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28997"/>
                  </a:ext>
                </a:extLst>
              </a:tr>
              <a:tr h="1199317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Nguyen (2025). Web-based Hotel Booking System.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PHP–MySQL; CRUD operations; session login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Simple, scalable; reduces manual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automation; basic features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504844"/>
                  </a:ext>
                </a:extLst>
              </a:tr>
              <a:tr h="934057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Gunjal (2025). 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Hotel Booking App using MERN.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MERN stack; REST APIs; JWT auth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Fast, modern UI; scalable system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setup; requires higher skills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01201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166FED3-CACB-4052-B1A8-88D1F6362ADD}"/>
              </a:ext>
            </a:extLst>
          </p:cNvPr>
          <p:cNvSpPr/>
          <p:nvPr/>
        </p:nvSpPr>
        <p:spPr>
          <a:xfrm>
            <a:off x="4231019" y="1194064"/>
            <a:ext cx="4049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:</a:t>
            </a:r>
            <a:endParaRPr lang="en-IN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204D8-1AAA-610B-3401-EA225A797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CF4E-8A84-4A44-A57D-375F4D4CB311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B5F37-A1C3-C650-622E-2241515C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B599D-6704-BF83-E776-C26CE2A6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12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26E9E22-3105-4EF9-81F1-EEB6B89A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" y="36527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F2CD53-858F-47A0-A9D6-C58E700E0C9E}"/>
              </a:ext>
            </a:extLst>
          </p:cNvPr>
          <p:cNvSpPr/>
          <p:nvPr/>
        </p:nvSpPr>
        <p:spPr>
          <a:xfrm>
            <a:off x="1926965" y="2740373"/>
            <a:ext cx="820609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1 :Admin Panel 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(Hotel and Booking Control)</a:t>
            </a:r>
            <a:endParaRPr lang="en-I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408CC-DB03-D226-A7B8-9BAF768B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D744-4A20-44AE-AD9E-4EBB1A53DCA2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7646E-9EC3-204D-2975-6DC14062C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DA951-529E-FCF6-E1EF-7F58F7FA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16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21449178-D7BD-4D18-BC80-59FEA96D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93" y="27307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BAAE3B-F626-4582-A2DB-6E7955C42610}"/>
              </a:ext>
            </a:extLst>
          </p:cNvPr>
          <p:cNvCxnSpPr>
            <a:cxnSpLocks/>
          </p:cNvCxnSpPr>
          <p:nvPr/>
        </p:nvCxnSpPr>
        <p:spPr>
          <a:xfrm>
            <a:off x="944010" y="425103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4E7FAB2E-1284-4121-A75D-6E99817171C9}"/>
              </a:ext>
            </a:extLst>
          </p:cNvPr>
          <p:cNvSpPr/>
          <p:nvPr/>
        </p:nvSpPr>
        <p:spPr>
          <a:xfrm>
            <a:off x="524491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572B577-1765-46D1-9421-5FE7C4CDC320}"/>
              </a:ext>
            </a:extLst>
          </p:cNvPr>
          <p:cNvSpPr txBox="1"/>
          <p:nvPr/>
        </p:nvSpPr>
        <p:spPr>
          <a:xfrm>
            <a:off x="440204" y="3663204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/ Admin)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0F9D8BC-813E-4079-9CAD-C13E917FE875}"/>
              </a:ext>
            </a:extLst>
          </p:cNvPr>
          <p:cNvSpPr/>
          <p:nvPr/>
        </p:nvSpPr>
        <p:spPr>
          <a:xfrm>
            <a:off x="2964939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0B84CB4-D18E-469E-97B5-2A7D3E759AA8}"/>
              </a:ext>
            </a:extLst>
          </p:cNvPr>
          <p:cNvSpPr/>
          <p:nvPr/>
        </p:nvSpPr>
        <p:spPr>
          <a:xfrm>
            <a:off x="8715133" y="5528407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6378AF2D-B97B-4ED7-89E0-D12195F28922}"/>
              </a:ext>
            </a:extLst>
          </p:cNvPr>
          <p:cNvSpPr/>
          <p:nvPr/>
        </p:nvSpPr>
        <p:spPr>
          <a:xfrm>
            <a:off x="10165255" y="2728165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7215A46-94FF-4576-9EB7-91850B925F0F}"/>
              </a:ext>
            </a:extLst>
          </p:cNvPr>
          <p:cNvSpPr/>
          <p:nvPr/>
        </p:nvSpPr>
        <p:spPr>
          <a:xfrm>
            <a:off x="7812245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4C00D86B-07E1-461E-BAFA-1B8199F4E65D}"/>
              </a:ext>
            </a:extLst>
          </p:cNvPr>
          <p:cNvSpPr/>
          <p:nvPr/>
        </p:nvSpPr>
        <p:spPr>
          <a:xfrm>
            <a:off x="8693928" y="4494114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27723AD0-AE8A-4DA1-83BE-6EDC2117452C}"/>
              </a:ext>
            </a:extLst>
          </p:cNvPr>
          <p:cNvSpPr/>
          <p:nvPr/>
        </p:nvSpPr>
        <p:spPr>
          <a:xfrm>
            <a:off x="5405387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98D4D53-063E-4A89-B625-28026C2B0BEE}"/>
              </a:ext>
            </a:extLst>
          </p:cNvPr>
          <p:cNvSpPr txBox="1"/>
          <p:nvPr/>
        </p:nvSpPr>
        <p:spPr>
          <a:xfrm>
            <a:off x="2880929" y="3698798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Homepage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336A87F-1DCA-465E-80ED-7610AD277A52}"/>
              </a:ext>
            </a:extLst>
          </p:cNvPr>
          <p:cNvSpPr txBox="1"/>
          <p:nvPr/>
        </p:nvSpPr>
        <p:spPr>
          <a:xfrm>
            <a:off x="5186432" y="3678070"/>
            <a:ext cx="21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A99755D-AA77-49E5-A291-4348A42B3DC1}"/>
              </a:ext>
            </a:extLst>
          </p:cNvPr>
          <p:cNvSpPr txBox="1"/>
          <p:nvPr/>
        </p:nvSpPr>
        <p:spPr>
          <a:xfrm>
            <a:off x="7770101" y="3718463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SQL Database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34829C7-5FAF-4700-93C3-45F453AFD881}"/>
              </a:ext>
            </a:extLst>
          </p:cNvPr>
          <p:cNvSpPr txBox="1"/>
          <p:nvPr/>
        </p:nvSpPr>
        <p:spPr>
          <a:xfrm>
            <a:off x="10123111" y="3698798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594692D-ED8D-4BF5-8EF6-16890A272D51}"/>
              </a:ext>
            </a:extLst>
          </p:cNvPr>
          <p:cNvSpPr/>
          <p:nvPr/>
        </p:nvSpPr>
        <p:spPr>
          <a:xfrm>
            <a:off x="3148401" y="1504159"/>
            <a:ext cx="58952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(Admin side)</a:t>
            </a:r>
            <a:endParaRPr lang="en-US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3DF4CC7-9A74-4D39-B630-7CD17DBEF3E1}"/>
              </a:ext>
            </a:extLst>
          </p:cNvPr>
          <p:cNvSpPr txBox="1"/>
          <p:nvPr/>
        </p:nvSpPr>
        <p:spPr>
          <a:xfrm>
            <a:off x="8853051" y="565772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82C8296-61C5-42AE-9C41-60AC7AFFA451}"/>
              </a:ext>
            </a:extLst>
          </p:cNvPr>
          <p:cNvSpPr txBox="1"/>
          <p:nvPr/>
        </p:nvSpPr>
        <p:spPr>
          <a:xfrm>
            <a:off x="8841412" y="4623434"/>
            <a:ext cx="1931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382DFCC5-9865-4F16-9F0F-1306475CC7E6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372145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8489344-CC03-4C49-AEB1-1304B8C792EE}"/>
              </a:ext>
            </a:extLst>
          </p:cNvPr>
          <p:cNvCxnSpPr>
            <a:cxnSpLocks/>
            <a:endCxn id="164" idx="1"/>
          </p:cNvCxnSpPr>
          <p:nvPr/>
        </p:nvCxnSpPr>
        <p:spPr>
          <a:xfrm>
            <a:off x="9659899" y="3180651"/>
            <a:ext cx="50535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09D9E654-1C96-4B8A-8C39-9D88F15D9593}"/>
              </a:ext>
            </a:extLst>
          </p:cNvPr>
          <p:cNvCxnSpPr>
            <a:cxnSpLocks/>
            <a:endCxn id="165" idx="1"/>
          </p:cNvCxnSpPr>
          <p:nvPr/>
        </p:nvCxnSpPr>
        <p:spPr>
          <a:xfrm>
            <a:off x="7266255" y="3180651"/>
            <a:ext cx="545990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39DBD8B-DA13-4D0B-9EB5-E5C780B1BEC2}"/>
              </a:ext>
            </a:extLst>
          </p:cNvPr>
          <p:cNvCxnSpPr>
            <a:cxnSpLocks/>
            <a:endCxn id="167" idx="1"/>
          </p:cNvCxnSpPr>
          <p:nvPr/>
        </p:nvCxnSpPr>
        <p:spPr>
          <a:xfrm>
            <a:off x="4812593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8AB9CD0-A6F3-4FE9-A1DD-0AE1FC6313A2}"/>
              </a:ext>
            </a:extLst>
          </p:cNvPr>
          <p:cNvCxnSpPr>
            <a:cxnSpLocks/>
          </p:cNvCxnSpPr>
          <p:nvPr/>
        </p:nvCxnSpPr>
        <p:spPr>
          <a:xfrm>
            <a:off x="8055135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984358A-77C5-487F-924C-7BF90CA36F1E}"/>
              </a:ext>
            </a:extLst>
          </p:cNvPr>
          <p:cNvCxnSpPr>
            <a:cxnSpLocks/>
            <a:endCxn id="166" idx="1"/>
          </p:cNvCxnSpPr>
          <p:nvPr/>
        </p:nvCxnSpPr>
        <p:spPr>
          <a:xfrm>
            <a:off x="8055135" y="4945967"/>
            <a:ext cx="638793" cy="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4C860E7-9488-4878-AC5C-D70F132C2D72}"/>
              </a:ext>
            </a:extLst>
          </p:cNvPr>
          <p:cNvCxnSpPr>
            <a:cxnSpLocks/>
            <a:endCxn id="163" idx="1"/>
          </p:cNvCxnSpPr>
          <p:nvPr/>
        </p:nvCxnSpPr>
        <p:spPr>
          <a:xfrm>
            <a:off x="8055135" y="5980892"/>
            <a:ext cx="659998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E4B9AA8-EE4C-4A5C-BEAE-07FF6C160548}"/>
              </a:ext>
            </a:extLst>
          </p:cNvPr>
          <p:cNvCxnSpPr>
            <a:cxnSpLocks/>
          </p:cNvCxnSpPr>
          <p:nvPr/>
        </p:nvCxnSpPr>
        <p:spPr>
          <a:xfrm>
            <a:off x="7066993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F00627F8-A78B-4E47-8740-2245DF7A7748}"/>
              </a:ext>
            </a:extLst>
          </p:cNvPr>
          <p:cNvSpPr/>
          <p:nvPr/>
        </p:nvSpPr>
        <p:spPr>
          <a:xfrm>
            <a:off x="4250690" y="5528405"/>
            <a:ext cx="1966563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348EEDB-BB77-44C2-AD63-ED85B9C31925}"/>
              </a:ext>
            </a:extLst>
          </p:cNvPr>
          <p:cNvSpPr/>
          <p:nvPr/>
        </p:nvSpPr>
        <p:spPr>
          <a:xfrm>
            <a:off x="4250690" y="4494114"/>
            <a:ext cx="1957217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7917ABF-A4AF-4B71-A350-DDF597229936}"/>
              </a:ext>
            </a:extLst>
          </p:cNvPr>
          <p:cNvCxnSpPr>
            <a:cxnSpLocks/>
            <a:endCxn id="191" idx="3"/>
          </p:cNvCxnSpPr>
          <p:nvPr/>
        </p:nvCxnSpPr>
        <p:spPr>
          <a:xfrm flipH="1">
            <a:off x="6217253" y="5968934"/>
            <a:ext cx="858662" cy="119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ED62EF2-5F64-4DAE-B83B-071DD377ECEC}"/>
              </a:ext>
            </a:extLst>
          </p:cNvPr>
          <p:cNvCxnSpPr>
            <a:cxnSpLocks/>
            <a:endCxn id="192" idx="3"/>
          </p:cNvCxnSpPr>
          <p:nvPr/>
        </p:nvCxnSpPr>
        <p:spPr>
          <a:xfrm flipH="1">
            <a:off x="6207907" y="4945966"/>
            <a:ext cx="858662" cy="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DB710FCB-F998-426D-9B0E-D70EFF3D16B8}"/>
              </a:ext>
            </a:extLst>
          </p:cNvPr>
          <p:cNvSpPr txBox="1"/>
          <p:nvPr/>
        </p:nvSpPr>
        <p:spPr>
          <a:xfrm>
            <a:off x="4240523" y="4621798"/>
            <a:ext cx="205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Hotels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 Booking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9C3B86D-CA08-4CF7-82B1-6667F8AC9E48}"/>
              </a:ext>
            </a:extLst>
          </p:cNvPr>
          <p:cNvSpPr txBox="1"/>
          <p:nvPr/>
        </p:nvSpPr>
        <p:spPr>
          <a:xfrm>
            <a:off x="4334138" y="567153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Online User Login Icon In Black And ...">
            <a:extLst>
              <a:ext uri="{FF2B5EF4-FFF2-40B4-BE49-F238E27FC236}">
                <a16:creationId xmlns:a16="http://schemas.microsoft.com/office/drawing/2014/main" id="{BC2E99CD-FC23-4DC5-A755-81B8E821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448" y="2826708"/>
            <a:ext cx="794493" cy="7078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Graphic 203" descr="User">
            <a:extLst>
              <a:ext uri="{FF2B5EF4-FFF2-40B4-BE49-F238E27FC236}">
                <a16:creationId xmlns:a16="http://schemas.microsoft.com/office/drawing/2014/main" id="{9A7BD8A2-168B-4F47-90AE-04B2EAC655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807" y="2749447"/>
            <a:ext cx="440046" cy="518864"/>
          </a:xfrm>
          <a:prstGeom prst="rect">
            <a:avLst/>
          </a:prstGeom>
        </p:spPr>
      </p:pic>
      <p:pic>
        <p:nvPicPr>
          <p:cNvPr id="206" name="Graphic 205" descr="Document">
            <a:extLst>
              <a:ext uri="{FF2B5EF4-FFF2-40B4-BE49-F238E27FC236}">
                <a16:creationId xmlns:a16="http://schemas.microsoft.com/office/drawing/2014/main" id="{08D8508C-60A7-464F-8DEE-9E2EE53A52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3371" y="2996997"/>
            <a:ext cx="798482" cy="585965"/>
          </a:xfrm>
          <a:prstGeom prst="rect">
            <a:avLst/>
          </a:prstGeom>
        </p:spPr>
      </p:pic>
      <p:pic>
        <p:nvPicPr>
          <p:cNvPr id="210" name="Graphic 209" descr="Database">
            <a:extLst>
              <a:ext uri="{FF2B5EF4-FFF2-40B4-BE49-F238E27FC236}">
                <a16:creationId xmlns:a16="http://schemas.microsoft.com/office/drawing/2014/main" id="{F5B96B23-40BE-477E-8488-2763B9D04C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6728" y="2814959"/>
            <a:ext cx="914400" cy="792539"/>
          </a:xfrm>
          <a:prstGeom prst="rect">
            <a:avLst/>
          </a:prstGeom>
        </p:spPr>
      </p:pic>
      <p:pic>
        <p:nvPicPr>
          <p:cNvPr id="212" name="Graphic 211" descr="Open envelope">
            <a:extLst>
              <a:ext uri="{FF2B5EF4-FFF2-40B4-BE49-F238E27FC236}">
                <a16:creationId xmlns:a16="http://schemas.microsoft.com/office/drawing/2014/main" id="{7C3AD3B4-FB8B-43CB-A2E3-F4BC16123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2787" y="2826708"/>
            <a:ext cx="914400" cy="660999"/>
          </a:xfrm>
          <a:prstGeom prst="rect">
            <a:avLst/>
          </a:prstGeom>
        </p:spPr>
      </p:pic>
      <p:pic>
        <p:nvPicPr>
          <p:cNvPr id="216" name="Picture 2">
            <a:extLst>
              <a:ext uri="{FF2B5EF4-FFF2-40B4-BE49-F238E27FC236}">
                <a16:creationId xmlns:a16="http://schemas.microsoft.com/office/drawing/2014/main" id="{31CD1053-5053-4C0A-9DC2-6EFA400ED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135" y="2798848"/>
            <a:ext cx="894282" cy="7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CA484-7C4B-EC28-2468-9A4F330C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508-117F-46CE-B9BC-710C761781C5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6C309B-488C-8310-08D5-8022BCA9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D7EC3-689A-0BCD-F9D0-D5A5B83B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21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26E9E22-3105-4EF9-81F1-EEB6B89A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" y="36527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A6F44C-AABA-4F82-9734-9F94BF38D5CE}"/>
              </a:ext>
            </a:extLst>
          </p:cNvPr>
          <p:cNvSpPr/>
          <p:nvPr/>
        </p:nvSpPr>
        <p:spPr>
          <a:xfrm>
            <a:off x="4757438" y="3075038"/>
            <a:ext cx="682109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D2056-98CB-4BFB-A91B-40B7850E6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51" y="1846169"/>
            <a:ext cx="4013712" cy="36957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D9FC8-3FDB-02C6-BE84-B63BA215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78B3-2BDD-4F4C-9B5C-F84D8EC57FA0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BDB8F-6C2A-974D-3CC2-DF6200151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848E2-5E97-B364-9B84-D6C842C7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056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873092"/>
              </p:ext>
            </p:extLst>
          </p:nvPr>
        </p:nvGraphicFramePr>
        <p:xfrm>
          <a:off x="1517450" y="2314576"/>
          <a:ext cx="8985649" cy="3295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D88BF-BCCA-EBDD-6613-B6B5CCC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473DC-214A-47B1-884C-86B5A6E7EAB7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5A12F-C338-C19C-FF99-6E37AF0DE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6DA6D-419B-3301-D464-6F367583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509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1555448"/>
              </p:ext>
            </p:extLst>
          </p:nvPr>
        </p:nvGraphicFramePr>
        <p:xfrm>
          <a:off x="574476" y="2517775"/>
          <a:ext cx="6959800" cy="284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Hotel Booking Pictures | Download Free Images on Unsplash">
            <a:extLst>
              <a:ext uri="{FF2B5EF4-FFF2-40B4-BE49-F238E27FC236}">
                <a16:creationId xmlns:a16="http://schemas.microsoft.com/office/drawing/2014/main" id="{FB37330C-E322-45EC-9C59-5504BA273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501" y="2052637"/>
            <a:ext cx="3070624" cy="27527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9D497-7EAE-2CA8-6864-C29E68DD7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2574-2215-46B5-B255-5C8DF7573E94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576F6-EFD5-A20F-7937-78466BBA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63C56-CDC4-B363-DDCC-39CFF057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599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26E9E22-3105-4EF9-81F1-EEB6B89A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" y="36527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9085B1-2707-4A8D-A02C-4BF2C08A6686}"/>
              </a:ext>
            </a:extLst>
          </p:cNvPr>
          <p:cNvSpPr/>
          <p:nvPr/>
        </p:nvSpPr>
        <p:spPr>
          <a:xfrm>
            <a:off x="1741765" y="2551837"/>
            <a:ext cx="916789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2 : User Portal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(Booking &amp; Guest Experience)  </a:t>
            </a:r>
            <a:endParaRPr lang="en-I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55A90-83C7-1CF4-A557-53FD1587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4B35-F524-45FE-A9C1-8A78847F0B4E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185C4-5E63-32F8-61A9-230E424B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B0E84-D51B-7B15-A244-A056892F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846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21449178-D7BD-4D18-BC80-59FEA96D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93" y="27307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BAAE3B-F626-4582-A2DB-6E7955C42610}"/>
              </a:ext>
            </a:extLst>
          </p:cNvPr>
          <p:cNvCxnSpPr>
            <a:cxnSpLocks/>
          </p:cNvCxnSpPr>
          <p:nvPr/>
        </p:nvCxnSpPr>
        <p:spPr>
          <a:xfrm>
            <a:off x="944010" y="425103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4E7FAB2E-1284-4121-A75D-6E99817171C9}"/>
              </a:ext>
            </a:extLst>
          </p:cNvPr>
          <p:cNvSpPr/>
          <p:nvPr/>
        </p:nvSpPr>
        <p:spPr>
          <a:xfrm>
            <a:off x="524491" y="2728166"/>
            <a:ext cx="1847654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572B577-1765-46D1-9421-5FE7C4CDC320}"/>
              </a:ext>
            </a:extLst>
          </p:cNvPr>
          <p:cNvSpPr txBox="1"/>
          <p:nvPr/>
        </p:nvSpPr>
        <p:spPr>
          <a:xfrm>
            <a:off x="440204" y="3663204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/ Admin)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0F9D8BC-813E-4079-9CAD-C13E917FE875}"/>
              </a:ext>
            </a:extLst>
          </p:cNvPr>
          <p:cNvSpPr/>
          <p:nvPr/>
        </p:nvSpPr>
        <p:spPr>
          <a:xfrm>
            <a:off x="2964939" y="2728166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0B84CB4-D18E-469E-97B5-2A7D3E759AA8}"/>
              </a:ext>
            </a:extLst>
          </p:cNvPr>
          <p:cNvSpPr/>
          <p:nvPr/>
        </p:nvSpPr>
        <p:spPr>
          <a:xfrm>
            <a:off x="8715133" y="5528407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6378AF2D-B97B-4ED7-89E0-D12195F28922}"/>
              </a:ext>
            </a:extLst>
          </p:cNvPr>
          <p:cNvSpPr/>
          <p:nvPr/>
        </p:nvSpPr>
        <p:spPr>
          <a:xfrm>
            <a:off x="10165255" y="2728165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7215A46-94FF-4576-9EB7-91850B925F0F}"/>
              </a:ext>
            </a:extLst>
          </p:cNvPr>
          <p:cNvSpPr/>
          <p:nvPr/>
        </p:nvSpPr>
        <p:spPr>
          <a:xfrm>
            <a:off x="7812245" y="2737998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4C00D86B-07E1-461E-BAFA-1B8199F4E65D}"/>
              </a:ext>
            </a:extLst>
          </p:cNvPr>
          <p:cNvSpPr/>
          <p:nvPr/>
        </p:nvSpPr>
        <p:spPr>
          <a:xfrm>
            <a:off x="8693928" y="4494114"/>
            <a:ext cx="1847654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27723AD0-AE8A-4DA1-83BE-6EDC2117452C}"/>
              </a:ext>
            </a:extLst>
          </p:cNvPr>
          <p:cNvSpPr/>
          <p:nvPr/>
        </p:nvSpPr>
        <p:spPr>
          <a:xfrm>
            <a:off x="5405387" y="2728166"/>
            <a:ext cx="1847654" cy="904973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98D4D53-063E-4A89-B625-28026C2B0BEE}"/>
              </a:ext>
            </a:extLst>
          </p:cNvPr>
          <p:cNvSpPr txBox="1"/>
          <p:nvPr/>
        </p:nvSpPr>
        <p:spPr>
          <a:xfrm>
            <a:off x="2880929" y="3698798"/>
            <a:ext cx="1931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Homepage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336A87F-1DCA-465E-80ED-7610AD277A52}"/>
              </a:ext>
            </a:extLst>
          </p:cNvPr>
          <p:cNvSpPr txBox="1"/>
          <p:nvPr/>
        </p:nvSpPr>
        <p:spPr>
          <a:xfrm>
            <a:off x="5186432" y="3678070"/>
            <a:ext cx="21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A99755D-AA77-49E5-A291-4348A42B3DC1}"/>
              </a:ext>
            </a:extLst>
          </p:cNvPr>
          <p:cNvSpPr txBox="1"/>
          <p:nvPr/>
        </p:nvSpPr>
        <p:spPr>
          <a:xfrm>
            <a:off x="7770101" y="3718463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SQL Database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34829C7-5FAF-4700-93C3-45F453AFD881}"/>
              </a:ext>
            </a:extLst>
          </p:cNvPr>
          <p:cNvSpPr txBox="1"/>
          <p:nvPr/>
        </p:nvSpPr>
        <p:spPr>
          <a:xfrm>
            <a:off x="10123111" y="3698798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594692D-ED8D-4BF5-8EF6-16890A272D51}"/>
              </a:ext>
            </a:extLst>
          </p:cNvPr>
          <p:cNvSpPr/>
          <p:nvPr/>
        </p:nvSpPr>
        <p:spPr>
          <a:xfrm>
            <a:off x="3332105" y="1504159"/>
            <a:ext cx="55277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(User Side)</a:t>
            </a:r>
            <a:endParaRPr lang="en-US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3DF4CC7-9A74-4D39-B630-7CD17DBEF3E1}"/>
              </a:ext>
            </a:extLst>
          </p:cNvPr>
          <p:cNvSpPr txBox="1"/>
          <p:nvPr/>
        </p:nvSpPr>
        <p:spPr>
          <a:xfrm>
            <a:off x="8853051" y="565772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82C8296-61C5-42AE-9C41-60AC7AFFA451}"/>
              </a:ext>
            </a:extLst>
          </p:cNvPr>
          <p:cNvSpPr txBox="1"/>
          <p:nvPr/>
        </p:nvSpPr>
        <p:spPr>
          <a:xfrm>
            <a:off x="8841412" y="4623434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382DFCC5-9865-4F16-9F0F-1306475CC7E6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372145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8489344-CC03-4C49-AEB1-1304B8C792EE}"/>
              </a:ext>
            </a:extLst>
          </p:cNvPr>
          <p:cNvCxnSpPr>
            <a:cxnSpLocks/>
            <a:endCxn id="164" idx="1"/>
          </p:cNvCxnSpPr>
          <p:nvPr/>
        </p:nvCxnSpPr>
        <p:spPr>
          <a:xfrm>
            <a:off x="9659899" y="3180651"/>
            <a:ext cx="50535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09D9E654-1C96-4B8A-8C39-9D88F15D9593}"/>
              </a:ext>
            </a:extLst>
          </p:cNvPr>
          <p:cNvCxnSpPr>
            <a:cxnSpLocks/>
            <a:endCxn id="165" idx="1"/>
          </p:cNvCxnSpPr>
          <p:nvPr/>
        </p:nvCxnSpPr>
        <p:spPr>
          <a:xfrm>
            <a:off x="7266255" y="3190483"/>
            <a:ext cx="545990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39DBD8B-DA13-4D0B-9EB5-E5C780B1BEC2}"/>
              </a:ext>
            </a:extLst>
          </p:cNvPr>
          <p:cNvCxnSpPr>
            <a:cxnSpLocks/>
            <a:endCxn id="167" idx="1"/>
          </p:cNvCxnSpPr>
          <p:nvPr/>
        </p:nvCxnSpPr>
        <p:spPr>
          <a:xfrm>
            <a:off x="4812593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8AB9CD0-A6F3-4FE9-A1DD-0AE1FC6313A2}"/>
              </a:ext>
            </a:extLst>
          </p:cNvPr>
          <p:cNvCxnSpPr>
            <a:cxnSpLocks/>
          </p:cNvCxnSpPr>
          <p:nvPr/>
        </p:nvCxnSpPr>
        <p:spPr>
          <a:xfrm>
            <a:off x="8055135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984358A-77C5-487F-924C-7BF90CA36F1E}"/>
              </a:ext>
            </a:extLst>
          </p:cNvPr>
          <p:cNvCxnSpPr>
            <a:cxnSpLocks/>
            <a:endCxn id="166" idx="1"/>
          </p:cNvCxnSpPr>
          <p:nvPr/>
        </p:nvCxnSpPr>
        <p:spPr>
          <a:xfrm>
            <a:off x="8055135" y="4945967"/>
            <a:ext cx="638793" cy="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4C860E7-9488-4878-AC5C-D70F132C2D72}"/>
              </a:ext>
            </a:extLst>
          </p:cNvPr>
          <p:cNvCxnSpPr>
            <a:cxnSpLocks/>
            <a:endCxn id="163" idx="1"/>
          </p:cNvCxnSpPr>
          <p:nvPr/>
        </p:nvCxnSpPr>
        <p:spPr>
          <a:xfrm>
            <a:off x="8055135" y="5980892"/>
            <a:ext cx="659998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E4B9AA8-EE4C-4A5C-BEAE-07FF6C160548}"/>
              </a:ext>
            </a:extLst>
          </p:cNvPr>
          <p:cNvCxnSpPr>
            <a:cxnSpLocks/>
          </p:cNvCxnSpPr>
          <p:nvPr/>
        </p:nvCxnSpPr>
        <p:spPr>
          <a:xfrm>
            <a:off x="7066993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F00627F8-A78B-4E47-8740-2245DF7A7748}"/>
              </a:ext>
            </a:extLst>
          </p:cNvPr>
          <p:cNvSpPr/>
          <p:nvPr/>
        </p:nvSpPr>
        <p:spPr>
          <a:xfrm>
            <a:off x="4250690" y="5528405"/>
            <a:ext cx="1966563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348EEDB-BB77-44C2-AD63-ED85B9C31925}"/>
              </a:ext>
            </a:extLst>
          </p:cNvPr>
          <p:cNvSpPr/>
          <p:nvPr/>
        </p:nvSpPr>
        <p:spPr>
          <a:xfrm>
            <a:off x="4250690" y="4494114"/>
            <a:ext cx="1957217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7917ABF-A4AF-4B71-A350-DDF597229936}"/>
              </a:ext>
            </a:extLst>
          </p:cNvPr>
          <p:cNvCxnSpPr>
            <a:cxnSpLocks/>
            <a:endCxn id="191" idx="3"/>
          </p:cNvCxnSpPr>
          <p:nvPr/>
        </p:nvCxnSpPr>
        <p:spPr>
          <a:xfrm flipH="1">
            <a:off x="6217253" y="5968934"/>
            <a:ext cx="858662" cy="119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ED62EF2-5F64-4DAE-B83B-071DD377ECEC}"/>
              </a:ext>
            </a:extLst>
          </p:cNvPr>
          <p:cNvCxnSpPr>
            <a:cxnSpLocks/>
            <a:endCxn id="192" idx="3"/>
          </p:cNvCxnSpPr>
          <p:nvPr/>
        </p:nvCxnSpPr>
        <p:spPr>
          <a:xfrm flipH="1">
            <a:off x="6207907" y="4945966"/>
            <a:ext cx="858662" cy="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DB710FCB-F998-426D-9B0E-D70EFF3D16B8}"/>
              </a:ext>
            </a:extLst>
          </p:cNvPr>
          <p:cNvSpPr txBox="1"/>
          <p:nvPr/>
        </p:nvSpPr>
        <p:spPr>
          <a:xfrm>
            <a:off x="4309677" y="4600822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Cities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Details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9C3B86D-CA08-4CF7-82B1-6667F8AC9E48}"/>
              </a:ext>
            </a:extLst>
          </p:cNvPr>
          <p:cNvSpPr txBox="1"/>
          <p:nvPr/>
        </p:nvSpPr>
        <p:spPr>
          <a:xfrm>
            <a:off x="4334138" y="567153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bookings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Online User Login Icon In Black And ...">
            <a:extLst>
              <a:ext uri="{FF2B5EF4-FFF2-40B4-BE49-F238E27FC236}">
                <a16:creationId xmlns:a16="http://schemas.microsoft.com/office/drawing/2014/main" id="{BC2E99CD-FC23-4DC5-A755-81B8E821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448" y="2826708"/>
            <a:ext cx="794493" cy="7078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Graphic 203" descr="User">
            <a:extLst>
              <a:ext uri="{FF2B5EF4-FFF2-40B4-BE49-F238E27FC236}">
                <a16:creationId xmlns:a16="http://schemas.microsoft.com/office/drawing/2014/main" id="{9A7BD8A2-168B-4F47-90AE-04B2EAC655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807" y="2749447"/>
            <a:ext cx="440046" cy="518864"/>
          </a:xfrm>
          <a:prstGeom prst="rect">
            <a:avLst/>
          </a:prstGeom>
        </p:spPr>
      </p:pic>
      <p:pic>
        <p:nvPicPr>
          <p:cNvPr id="206" name="Graphic 205" descr="Document">
            <a:extLst>
              <a:ext uri="{FF2B5EF4-FFF2-40B4-BE49-F238E27FC236}">
                <a16:creationId xmlns:a16="http://schemas.microsoft.com/office/drawing/2014/main" id="{08D8508C-60A7-464F-8DEE-9E2EE53A52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3371" y="2996997"/>
            <a:ext cx="798482" cy="585965"/>
          </a:xfrm>
          <a:prstGeom prst="rect">
            <a:avLst/>
          </a:prstGeom>
        </p:spPr>
      </p:pic>
      <p:pic>
        <p:nvPicPr>
          <p:cNvPr id="39" name="Graphic 38" descr="Database">
            <a:extLst>
              <a:ext uri="{FF2B5EF4-FFF2-40B4-BE49-F238E27FC236}">
                <a16:creationId xmlns:a16="http://schemas.microsoft.com/office/drawing/2014/main" id="{B2D49F54-EEC3-49D9-9CA2-EF858CAB3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6728" y="2814959"/>
            <a:ext cx="914400" cy="792539"/>
          </a:xfrm>
          <a:prstGeom prst="rect">
            <a:avLst/>
          </a:prstGeom>
        </p:spPr>
      </p:pic>
      <p:pic>
        <p:nvPicPr>
          <p:cNvPr id="40" name="Graphic 39" descr="Open envelope">
            <a:extLst>
              <a:ext uri="{FF2B5EF4-FFF2-40B4-BE49-F238E27FC236}">
                <a16:creationId xmlns:a16="http://schemas.microsoft.com/office/drawing/2014/main" id="{7D8A3338-716F-4B0B-8FB0-D5F3B018D0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2787" y="2826708"/>
            <a:ext cx="914400" cy="66099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B06E829-E4C3-4752-AF09-6AE7B5F68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135" y="2798848"/>
            <a:ext cx="894282" cy="7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67609-912B-633C-5A18-948E4827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5BA1-4143-4F5D-9583-F85016959CEB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48250-898D-631F-72BF-01157EDD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5C71C-6947-2696-ECA8-0EF937A8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133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0257210"/>
              </p:ext>
            </p:extLst>
          </p:nvPr>
        </p:nvGraphicFramePr>
        <p:xfrm>
          <a:off x="1700407" y="2466976"/>
          <a:ext cx="8985649" cy="3295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436BC-B605-1E0F-C873-7EB844BC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FDDED-2CA4-463E-B856-CC5137384B95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77C27-F15B-CE85-B423-112013C1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B1E4B-911D-3C0B-457E-92ECA150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664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1576112"/>
              </p:ext>
            </p:extLst>
          </p:nvPr>
        </p:nvGraphicFramePr>
        <p:xfrm>
          <a:off x="4116288" y="2479675"/>
          <a:ext cx="7313712" cy="284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 descr="Hotel reservation Images - Free ...">
            <a:extLst>
              <a:ext uri="{FF2B5EF4-FFF2-40B4-BE49-F238E27FC236}">
                <a16:creationId xmlns:a16="http://schemas.microsoft.com/office/drawing/2014/main" id="{61AA49AA-826A-4BB2-8A10-FF9A57C74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799431"/>
            <a:ext cx="3128962" cy="304958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542C-4918-4B02-7D44-D4FC9F24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BF4F-4D22-409B-8E9F-F77379732517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CFB62-AE2C-B904-C79A-0589367D1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89DB2-225B-EFB9-B1AF-153CEA96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054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8F9E7B-7941-489A-9A92-95C4DE3EEB0E}"/>
              </a:ext>
            </a:extLst>
          </p:cNvPr>
          <p:cNvSpPr txBox="1"/>
          <p:nvPr/>
        </p:nvSpPr>
        <p:spPr>
          <a:xfrm>
            <a:off x="4741682" y="1515447"/>
            <a:ext cx="6800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TECHNIQUES </a:t>
            </a:r>
            <a:endParaRPr lang="en-IN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43FB807-CC44-4C00-BF74-4ED41B6FAB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3126541"/>
              </p:ext>
            </p:extLst>
          </p:nvPr>
        </p:nvGraphicFramePr>
        <p:xfrm>
          <a:off x="929064" y="155864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550A2A4B-1B62-4675-B58C-FCC040D1E2D3}"/>
              </a:ext>
            </a:extLst>
          </p:cNvPr>
          <p:cNvGrpSpPr/>
          <p:nvPr/>
        </p:nvGrpSpPr>
        <p:grpSpPr>
          <a:xfrm>
            <a:off x="8639722" y="2343253"/>
            <a:ext cx="2793365" cy="1117346"/>
            <a:chOff x="5332456" y="2150660"/>
            <a:chExt cx="2793365" cy="1117346"/>
          </a:xfrm>
        </p:grpSpPr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40EB7528-68A0-4157-BB4E-3524545D18EA}"/>
                </a:ext>
              </a:extLst>
            </p:cNvPr>
            <p:cNvSpPr/>
            <p:nvPr/>
          </p:nvSpPr>
          <p:spPr>
            <a:xfrm>
              <a:off x="5332456" y="2150660"/>
              <a:ext cx="2793365" cy="1117346"/>
            </a:xfrm>
            <a:prstGeom prst="chevron">
              <a:avLst/>
            </a:prstGeom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Arrow: Chevron 4">
              <a:extLst>
                <a:ext uri="{FF2B5EF4-FFF2-40B4-BE49-F238E27FC236}">
                  <a16:creationId xmlns:a16="http://schemas.microsoft.com/office/drawing/2014/main" id="{C7F3E9E0-BAD0-44AA-A2FA-3A474B62E899}"/>
                </a:ext>
              </a:extLst>
            </p:cNvPr>
            <p:cNvSpPr txBox="1"/>
            <p:nvPr/>
          </p:nvSpPr>
          <p:spPr>
            <a:xfrm>
              <a:off x="5891129" y="2150660"/>
              <a:ext cx="1676019" cy="11173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12065" rIns="0" bIns="12065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Dynamic Hero images and Room Galleries</a:t>
              </a:r>
              <a:endParaRPr lang="en-IN" sz="20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34612A0-2045-4047-BB0F-06ED4A1671CD}"/>
              </a:ext>
            </a:extLst>
          </p:cNvPr>
          <p:cNvGrpSpPr/>
          <p:nvPr/>
        </p:nvGrpSpPr>
        <p:grpSpPr>
          <a:xfrm>
            <a:off x="8636579" y="3690259"/>
            <a:ext cx="2793365" cy="1117346"/>
            <a:chOff x="5332456" y="2150660"/>
            <a:chExt cx="2793365" cy="1117346"/>
          </a:xfrm>
        </p:grpSpPr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706595EB-56AC-48E0-81F3-A549E866183C}"/>
                </a:ext>
              </a:extLst>
            </p:cNvPr>
            <p:cNvSpPr/>
            <p:nvPr/>
          </p:nvSpPr>
          <p:spPr>
            <a:xfrm>
              <a:off x="5332456" y="2150660"/>
              <a:ext cx="2793365" cy="1117346"/>
            </a:xfrm>
            <a:prstGeom prst="chevron">
              <a:avLst/>
            </a:prstGeom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Arrow: Chevron 4">
              <a:extLst>
                <a:ext uri="{FF2B5EF4-FFF2-40B4-BE49-F238E27FC236}">
                  <a16:creationId xmlns:a16="http://schemas.microsoft.com/office/drawing/2014/main" id="{5943D9C0-E5D2-4592-A06D-8ED1F416060B}"/>
                </a:ext>
              </a:extLst>
            </p:cNvPr>
            <p:cNvSpPr txBox="1"/>
            <p:nvPr/>
          </p:nvSpPr>
          <p:spPr>
            <a:xfrm>
              <a:off x="5891129" y="2150660"/>
              <a:ext cx="1676019" cy="11173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12065" rIns="0" bIns="12065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/>
                <a:t>Session Based Login System</a:t>
              </a:r>
              <a:endParaRPr lang="en-IN" sz="19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FD9E80-EE30-458D-8A78-846B041AF4E8}"/>
              </a:ext>
            </a:extLst>
          </p:cNvPr>
          <p:cNvGrpSpPr/>
          <p:nvPr/>
        </p:nvGrpSpPr>
        <p:grpSpPr>
          <a:xfrm>
            <a:off x="8649713" y="5037461"/>
            <a:ext cx="2793365" cy="1117346"/>
            <a:chOff x="5332456" y="2150660"/>
            <a:chExt cx="2793365" cy="1117346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EF230542-3BAD-41C4-B08B-6152D2ACDAB8}"/>
                </a:ext>
              </a:extLst>
            </p:cNvPr>
            <p:cNvSpPr/>
            <p:nvPr/>
          </p:nvSpPr>
          <p:spPr>
            <a:xfrm>
              <a:off x="5332456" y="2150660"/>
              <a:ext cx="2793365" cy="1117346"/>
            </a:xfrm>
            <a:prstGeom prst="chevron">
              <a:avLst/>
            </a:prstGeom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Arrow: Chevron 4">
              <a:extLst>
                <a:ext uri="{FF2B5EF4-FFF2-40B4-BE49-F238E27FC236}">
                  <a16:creationId xmlns:a16="http://schemas.microsoft.com/office/drawing/2014/main" id="{18F7E391-A7A7-47F8-913E-7F0E75148FAD}"/>
                </a:ext>
              </a:extLst>
            </p:cNvPr>
            <p:cNvSpPr txBox="1"/>
            <p:nvPr/>
          </p:nvSpPr>
          <p:spPr>
            <a:xfrm>
              <a:off x="5891129" y="2150660"/>
              <a:ext cx="1676019" cy="11173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12065" rIns="0" bIns="12065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Infinity Free for Deployment</a:t>
              </a:r>
              <a:endParaRPr lang="en-IN" sz="2000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7943D-63B6-E02F-8DAE-86516F06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4B7F-989C-42D7-BE82-20101D35CFA8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853B50C-82D1-3E72-FCB4-07688208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427211C-5191-EBCB-9F0D-C04E161E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032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F200-A485-BB05-C645-9BD0E110A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23530"/>
            <a:ext cx="10515600" cy="1005470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MODULE-3 Payment &amp; Billing System</a:t>
            </a:r>
          </a:p>
        </p:txBody>
      </p:sp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EADC9749-9F9D-35A3-9E9C-7874DAC50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AA757-407A-C683-DC95-A16AAC656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A2176-12B6-4C93-B063-F3864D8078FE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AAAE4-6FDD-AD55-2E4B-FFA0D74A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80B5C-8C51-2001-2348-2DED3371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190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DBB24A6-3185-4156-A17C-6E59A403B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1CE86E-23F3-4CEB-9FA8-72D477992263}"/>
              </a:ext>
            </a:extLst>
          </p:cNvPr>
          <p:cNvSpPr/>
          <p:nvPr/>
        </p:nvSpPr>
        <p:spPr>
          <a:xfrm>
            <a:off x="2947251" y="3014468"/>
            <a:ext cx="629749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cap="none" spc="0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PROJECT DEMO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E95EF8-23AF-6D12-5513-FAF14237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4D28-CE85-454D-823C-4B1FC463ECE7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56170-9CF8-B2C8-76A5-C4B01232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FED2A-68DB-E69B-A1CF-68CD67E5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064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64EBF-CDC9-9AF9-CA87-1E19E6C6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" y="1632857"/>
            <a:ext cx="11943183" cy="4963886"/>
          </a:xfrm>
          <a:prstGeom prst="rect">
            <a:avLst/>
          </a:prstGeom>
        </p:spPr>
      </p:pic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860D27D-FD45-52F4-858C-5B94E4E09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0" y="339084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F2327-EB28-D1DC-45D5-AA9E6ECC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57B6-DEC4-4D6A-8ED0-DB3AEDEDE7C1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126A5-94B9-888A-D44A-1DE34354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D95AD-04F1-DC50-FAAD-F0A304E97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596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05C0-7F97-BA60-E09E-75F93149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798571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MODULE-4 Review system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E4156-1EEA-5501-379F-DD49EBF53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2C0F-3918-4B06-AD64-997600AAB640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BEEE7-2C7D-1A68-C874-F2A11B0B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3CF6F-AEAE-A3CE-E76D-57A3C151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3317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38D712-D962-ECEA-60E9-65E4EF677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1012" y="1825625"/>
            <a:ext cx="10431625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2299E-A134-1DE5-CE64-AE20E04BD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075E-35BA-4719-8233-15175B4FBD0A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D0BC6-9820-2A8B-8619-E67B694A4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27796-B0F8-0129-8B7A-704AE093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20</a:t>
            </a:fld>
            <a:endParaRPr lang="en-IN" dirty="0"/>
          </a:p>
        </p:txBody>
      </p:sp>
      <p:pic>
        <p:nvPicPr>
          <p:cNvPr id="10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5D722745-9C7C-C3AB-CD6A-1E776978B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51276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4746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87923BE-6888-4EB5-8894-B9CD0C3B3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0" y="339084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45B75C-3B5F-4AFD-9825-B7939062C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04" y="2782596"/>
            <a:ext cx="2630077" cy="25640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A0A086-D1D9-4DFE-B35F-FD31A50DF9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691" y="2782595"/>
            <a:ext cx="2563253" cy="25640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6C925AC-26B5-4A94-B74B-671C3A74E2B1}"/>
              </a:ext>
            </a:extLst>
          </p:cNvPr>
          <p:cNvSpPr/>
          <p:nvPr/>
        </p:nvSpPr>
        <p:spPr>
          <a:xfrm>
            <a:off x="3295916" y="1507158"/>
            <a:ext cx="55290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Admin and User Interface</a:t>
            </a:r>
            <a:endParaRPr lang="en-IN" sz="4000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DE7EF5-CA69-4484-9B74-8963CB3520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410" y="2782593"/>
            <a:ext cx="2563253" cy="25640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5B497E-EC21-4140-85CE-64DA748EEE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554" y="2782594"/>
            <a:ext cx="2742246" cy="25640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7A2219-827F-44B5-8939-77904A010266}"/>
              </a:ext>
            </a:extLst>
          </p:cNvPr>
          <p:cNvSpPr txBox="1"/>
          <p:nvPr/>
        </p:nvSpPr>
        <p:spPr>
          <a:xfrm>
            <a:off x="716437" y="5722070"/>
            <a:ext cx="918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Link : </a:t>
            </a:r>
            <a:r>
              <a:rPr lang="en-US" dirty="0">
                <a:hlinkClick r:id="rId7"/>
              </a:rPr>
              <a:t>https://royalstayhotel.great-site.net/user/signin.php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87272F-3376-4434-B689-D33060E5104D}"/>
              </a:ext>
            </a:extLst>
          </p:cNvPr>
          <p:cNvSpPr txBox="1"/>
          <p:nvPr/>
        </p:nvSpPr>
        <p:spPr>
          <a:xfrm>
            <a:off x="545003" y="2352831"/>
            <a:ext cx="26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Authentication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97F197-0006-4A03-ADB2-C0F5DB99E7DD}"/>
              </a:ext>
            </a:extLst>
          </p:cNvPr>
          <p:cNvSpPr txBox="1"/>
          <p:nvPr/>
        </p:nvSpPr>
        <p:spPr>
          <a:xfrm>
            <a:off x="3175080" y="2374942"/>
            <a:ext cx="26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Portal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AE977-50F5-4424-863F-ECF202347118}"/>
              </a:ext>
            </a:extLst>
          </p:cNvPr>
          <p:cNvSpPr txBox="1"/>
          <p:nvPr/>
        </p:nvSpPr>
        <p:spPr>
          <a:xfrm>
            <a:off x="6245554" y="2374942"/>
            <a:ext cx="26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Admin Portal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A1D910-DD3A-4E3F-B244-1F1FBC912F63}"/>
              </a:ext>
            </a:extLst>
          </p:cNvPr>
          <p:cNvSpPr txBox="1"/>
          <p:nvPr/>
        </p:nvSpPr>
        <p:spPr>
          <a:xfrm>
            <a:off x="9174586" y="2376514"/>
            <a:ext cx="26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Mail Notification</a:t>
            </a:r>
            <a:endParaRPr lang="en-IN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D63815-7DF7-07BA-A899-00B9CE072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77260-3D02-4D0A-879B-678DD93CC5F4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D34CE-2332-724C-9D95-BED757C35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9ACF9-4F85-62E1-A9DE-1017A1A5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442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A081FE21-E2B5-42AB-A1DE-27E5B7979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DCDC03-02D0-45E2-89D0-47ED40AB4008}"/>
              </a:ext>
            </a:extLst>
          </p:cNvPr>
          <p:cNvSpPr/>
          <p:nvPr/>
        </p:nvSpPr>
        <p:spPr>
          <a:xfrm>
            <a:off x="4196531" y="1337597"/>
            <a:ext cx="39934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C89BD3-785E-499D-8D94-F13358C05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03" y="2196446"/>
            <a:ext cx="11212113" cy="41897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76EBA-B0CD-16A6-32B5-7544B84B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D795-A88A-44A9-B135-7D400E4E80ED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76C0-450E-7140-CB30-F17E46BFE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A1DD8-2689-2F70-A74D-ED50EFE0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557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EBE6DF-2723-4CBF-BB1F-A663446B8704}"/>
              </a:ext>
            </a:extLst>
          </p:cNvPr>
          <p:cNvSpPr/>
          <p:nvPr/>
        </p:nvSpPr>
        <p:spPr>
          <a:xfrm>
            <a:off x="4392793" y="1758653"/>
            <a:ext cx="280878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pic>
        <p:nvPicPr>
          <p:cNvPr id="11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94F9A6-D931-4599-A740-793092205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85840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AF6EFE-7800-4717-8992-F1E15F6587CF}"/>
              </a:ext>
            </a:extLst>
          </p:cNvPr>
          <p:cNvSpPr/>
          <p:nvPr/>
        </p:nvSpPr>
        <p:spPr>
          <a:xfrm>
            <a:off x="1436016" y="2737470"/>
            <a:ext cx="8980602" cy="2579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Online Hotel Reservation System simplifies hotel management.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Guests can book rooms easily from anywhere.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Ensures accuracy, speed, and convenience.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Helps hotels maintain organized booking records.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Enhances overall guest satisfaction and operational efficiency.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AF4AD-2BF9-FFA3-79E3-76B8AD7B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991B-236A-42FB-810C-DFE8F6C43420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24AF8-D001-D6EF-4649-FE71B1129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B643E-E65B-4E6B-E32E-512479DA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443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D4D8AF7C-C5BF-4947-BDE7-012B8FD5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85840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5265AA-6738-452D-9CA8-B0955963CF3F}"/>
              </a:ext>
            </a:extLst>
          </p:cNvPr>
          <p:cNvSpPr/>
          <p:nvPr/>
        </p:nvSpPr>
        <p:spPr>
          <a:xfrm>
            <a:off x="4398103" y="1481251"/>
            <a:ext cx="33958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9BF257-04B6-45F8-841B-2D265F131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126" y="2257176"/>
            <a:ext cx="10037762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room pricing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implemented using machine learning to adjust prices based on demand, season, and user behavior.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support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introduced for easier booking, cancellation, and feedback submission from anywhere.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loyalty &amp; personalization features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reward points, personalized offers, and targeted notifications can be added to improve guest engagement.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Providing </a:t>
            </a:r>
            <a:r>
              <a:rPr lang="en-US" sz="2000" b="1" dirty="0"/>
              <a:t>automated chatbots</a:t>
            </a:r>
            <a:r>
              <a:rPr lang="en-US" sz="2000" dirty="0"/>
              <a:t> to assist guests with bookings, FAQs, and cancellations.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91E73-173C-3F40-8341-4B4F1EE87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891DD-F2F5-44C0-AED1-83E95480B051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4C551-3C32-3FD5-24BE-F57D0F48C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AADB3-DF2C-069D-9306-3C86EE2A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442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D4D8AF7C-C5BF-4947-BDE7-012B8FD5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85840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EA5BAC-D43C-4962-ADCD-B6DD2CCD91E2}"/>
              </a:ext>
            </a:extLst>
          </p:cNvPr>
          <p:cNvSpPr/>
          <p:nvPr/>
        </p:nvSpPr>
        <p:spPr>
          <a:xfrm>
            <a:off x="4661793" y="1450429"/>
            <a:ext cx="28684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B4E5A-7A7B-46E5-9A6A-0948D4A1F470}"/>
              </a:ext>
            </a:extLst>
          </p:cNvPr>
          <p:cNvSpPr/>
          <p:nvPr/>
        </p:nvSpPr>
        <p:spPr>
          <a:xfrm>
            <a:off x="974378" y="2273549"/>
            <a:ext cx="10544711" cy="4191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Stringam, B. B., &amp; Gerdes, J. H. (2021). Hotel and guest room technology. University of South Florida (USF) M3 Publishing, 17(9781732127593), 6.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Arapou, D., &amp; Kapiki, S. (2023). Enhancing the Guest Experience in Hospitality through Technology: An Outlook of the Future.</a:t>
            </a:r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Gunjal, P. M. D. S. (2025). Hotel Booking Web Application using MERN Stack.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Halim, A., Rohman, A., &amp; Ifvochy, J. (2025). The Development of A Hotel Room Reservation Application Using The Laravel Framework at Abadi Hotel. ARRUS Journal of Engineering and Technology, 5(1), 88-100.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B1530-A0AA-3039-9B15-75048CEA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16A45-CDF1-4F91-A2E7-912E999A1C23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2896B-EE9B-D4C8-B817-DFC4E87B6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15D62-C1CC-523D-5D71-D6C5654A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898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DBB24A6-3185-4156-A17C-6E59A403B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1071E5-027A-498B-ABD2-5CC504286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410" y="2043064"/>
            <a:ext cx="9096375" cy="36957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A346E-D969-33CC-DCD0-5AF4352FA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5EF-4AEB-4B20-856D-252120CDA9B6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649D3-E751-C506-4B1F-E6553661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0E9F0-F5E1-BEB2-440C-5B8183A5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282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6196</TotalTime>
  <Words>1096</Words>
  <Application>Microsoft Office PowerPoint</Application>
  <PresentationFormat>Widescreen</PresentationFormat>
  <Paragraphs>234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TimesNewRomanPS-BoldMT</vt:lpstr>
      <vt:lpstr>Wingdings</vt:lpstr>
      <vt:lpstr>Office Theme</vt:lpstr>
      <vt:lpstr>PowerPoint Presentation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MODULE-3 Payment &amp; Billing System</vt:lpstr>
      <vt:lpstr>PowerPoint Presentation</vt:lpstr>
      <vt:lpstr>PowerPoint Presentation</vt:lpstr>
      <vt:lpstr>                 MODULE-4 Review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MRUDHULA REDDY</cp:lastModifiedBy>
  <cp:revision>125</cp:revision>
  <dcterms:created xsi:type="dcterms:W3CDTF">2025-02-17T14:56:18Z</dcterms:created>
  <dcterms:modified xsi:type="dcterms:W3CDTF">2026-07-25T07:55:49Z</dcterms:modified>
</cp:coreProperties>
</file>